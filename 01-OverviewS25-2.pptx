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94" r:id="rId2"/>
    <p:sldId id="262" r:id="rId3"/>
    <p:sldId id="287" r:id="rId4"/>
    <p:sldId id="279" r:id="rId5"/>
    <p:sldId id="280" r:id="rId6"/>
    <p:sldId id="281" r:id="rId7"/>
    <p:sldId id="283" r:id="rId8"/>
    <p:sldId id="284" r:id="rId9"/>
    <p:sldId id="285" r:id="rId10"/>
    <p:sldId id="263" r:id="rId11"/>
    <p:sldId id="264" r:id="rId12"/>
    <p:sldId id="286" r:id="rId13"/>
    <p:sldId id="289" r:id="rId14"/>
    <p:sldId id="288" r:id="rId15"/>
    <p:sldId id="258" r:id="rId16"/>
    <p:sldId id="270" r:id="rId17"/>
    <p:sldId id="271" r:id="rId18"/>
    <p:sldId id="291" r:id="rId19"/>
    <p:sldId id="290" r:id="rId20"/>
    <p:sldId id="278" r:id="rId21"/>
    <p:sldId id="29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23E"/>
    <a:srgbClr val="F67132"/>
    <a:srgbClr val="3CDBEC"/>
    <a:srgbClr val="06C4DE"/>
    <a:srgbClr val="10AAD4"/>
    <a:srgbClr val="0BA5B5"/>
    <a:srgbClr val="0E8F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653"/>
  </p:normalViewPr>
  <p:slideViewPr>
    <p:cSldViewPr snapToGrid="0">
      <p:cViewPr varScale="1">
        <p:scale>
          <a:sx n="104" d="100"/>
          <a:sy n="104" d="100"/>
        </p:scale>
        <p:origin x="1080"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B77324-11D3-451A-9A38-9E6CF250A592}"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605AC196-7531-4A3A-BA0F-F183BA17D95B}">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olume</a:t>
          </a:r>
          <a:br>
            <a:rPr lang="en-US" sz="2800" b="1"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br>
          <a:r>
            <a:rPr lang="en-US" sz="1800" b="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(Size)</a:t>
          </a:r>
        </a:p>
      </dgm:t>
    </dgm:pt>
    <dgm:pt modelId="{067FD0B8-26C6-4008-81DD-5D412006EFAE}" type="parTrans" cxnId="{D03238A6-4225-49D7-ACD2-A2FAF57D3955}">
      <dgm:prSet/>
      <dgm:spPr/>
      <dgm:t>
        <a:bodyPr/>
        <a:lstStyle/>
        <a:p>
          <a:endParaRPr lang="en-US"/>
        </a:p>
      </dgm:t>
    </dgm:pt>
    <dgm:pt modelId="{02C6C57E-1F0C-4DD5-9977-717F57DCFC83}" type="sibTrans" cxnId="{D03238A6-4225-49D7-ACD2-A2FAF57D3955}">
      <dgm:prSet/>
      <dgm:spPr/>
      <dgm:t>
        <a:bodyPr/>
        <a:lstStyle/>
        <a:p>
          <a:endParaRPr lang="en-US"/>
        </a:p>
      </dgm:t>
    </dgm:pt>
    <dgm:pt modelId="{E9BDF49E-2F96-4F82-AD26-C469CEFA998F}">
      <dgm:prSet custT="1"/>
      <dgm:spPr>
        <a:solidFill>
          <a:schemeClr val="accent2">
            <a:lumMod val="20000"/>
            <a:lumOff val="80000"/>
            <a:alpha val="90000"/>
          </a:schemeClr>
        </a:solidFill>
        <a:ln>
          <a:solidFill>
            <a:srgbClr val="24323E">
              <a:alpha val="90000"/>
            </a:srgbClr>
          </a:solidFill>
        </a:ln>
      </dgm:spPr>
      <dgm:t>
        <a:bodyPr/>
        <a:lstStyle/>
        <a:p>
          <a:pPr rtl="0"/>
          <a:r>
            <a:rPr lang="en-US" sz="1700" b="0" i="0" dirty="0">
              <a:latin typeface="Times New Roman" panose="02020603050405020304" pitchFamily="18" charset="0"/>
              <a:ea typeface="Segoe UI" panose="020B0502040204020203" pitchFamily="34" charset="0"/>
              <a:cs typeface="Times New Roman" panose="02020603050405020304" pitchFamily="18" charset="0"/>
            </a:rPr>
            <a:t>Explosion in social media, mobile apps, digital sensors, RFID, GPS, and more have caused exponential data growth.</a:t>
          </a:r>
        </a:p>
      </dgm:t>
    </dgm:pt>
    <dgm:pt modelId="{88B86709-70A8-4BF5-9F92-26C8EA0BA331}" type="parTrans" cxnId="{5C3F600E-F1A0-4EBE-B5B5-3C70ADD961A8}">
      <dgm:prSet/>
      <dgm:spPr/>
      <dgm:t>
        <a:bodyPr/>
        <a:lstStyle/>
        <a:p>
          <a:endParaRPr lang="en-US"/>
        </a:p>
      </dgm:t>
    </dgm:pt>
    <dgm:pt modelId="{AEEDE742-F41F-4FFA-B9C2-4E4CFED8B357}" type="sibTrans" cxnId="{5C3F600E-F1A0-4EBE-B5B5-3C70ADD961A8}">
      <dgm:prSet/>
      <dgm:spPr/>
      <dgm:t>
        <a:bodyPr/>
        <a:lstStyle/>
        <a:p>
          <a:endParaRPr lang="en-US"/>
        </a:p>
      </dgm:t>
    </dgm:pt>
    <dgm:pt modelId="{E7C7EC4A-8EC1-4FC3-800E-D8DAF5A44813}">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ariety</a:t>
          </a:r>
          <a:r>
            <a:rPr lang="en-US" sz="3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(Structure)</a:t>
          </a:r>
        </a:p>
      </dgm:t>
    </dgm:pt>
    <dgm:pt modelId="{C77750F9-ACAE-49A0-8D31-0550E65AFE85}" type="parTrans" cxnId="{6FE92436-D46E-426C-BE60-69E78AF35E20}">
      <dgm:prSet/>
      <dgm:spPr/>
      <dgm:t>
        <a:bodyPr/>
        <a:lstStyle/>
        <a:p>
          <a:endParaRPr lang="en-US"/>
        </a:p>
      </dgm:t>
    </dgm:pt>
    <dgm:pt modelId="{D9C50FFF-504F-4EED-A5B8-5AC7865DF6DF}" type="sibTrans" cxnId="{6FE92436-D46E-426C-BE60-69E78AF35E20}">
      <dgm:prSet/>
      <dgm:spPr/>
      <dgm:t>
        <a:bodyPr/>
        <a:lstStyle/>
        <a:p>
          <a:endParaRPr lang="en-US"/>
        </a:p>
      </dgm:t>
    </dgm:pt>
    <dgm:pt modelId="{691C9D0F-4575-40F3-BA01-0E4B81C6100D}">
      <dgm:prSet custT="1"/>
      <dgm:spPr>
        <a:solidFill>
          <a:schemeClr val="accent2">
            <a:lumMod val="20000"/>
            <a:lumOff val="80000"/>
            <a:alpha val="90000"/>
          </a:schemeClr>
        </a:solidFill>
        <a:ln>
          <a:solidFill>
            <a:srgbClr val="24323E">
              <a:alpha val="90000"/>
            </a:srgbClr>
          </a:solidFill>
        </a:ln>
      </dgm:spPr>
      <dgm:t>
        <a:bodyPr/>
        <a:lstStyle/>
        <a:p>
          <a:pPr rtl="0"/>
          <a:r>
            <a:rPr lang="en-US" sz="1700" dirty="0">
              <a:latin typeface="Times New Roman" panose="02020603050405020304" pitchFamily="18" charset="0"/>
              <a:ea typeface="Segoe UI" panose="020B0502040204020203" pitchFamily="34" charset="0"/>
              <a:cs typeface="Times New Roman" panose="02020603050405020304" pitchFamily="18" charset="0"/>
            </a:rPr>
            <a:t>Traditionally BI has sourced structured data, but now insight must be extracted from unstructured or poly-schematic data like large text blobs, digital media, sensor data, etc.</a:t>
          </a:r>
        </a:p>
      </dgm:t>
    </dgm:pt>
    <dgm:pt modelId="{3D121E40-CBE9-4221-AC90-236D6CEC79B7}" type="parTrans" cxnId="{2F103BD4-995D-4610-A80A-22ACBD195627}">
      <dgm:prSet/>
      <dgm:spPr/>
      <dgm:t>
        <a:bodyPr/>
        <a:lstStyle/>
        <a:p>
          <a:endParaRPr lang="en-US"/>
        </a:p>
      </dgm:t>
    </dgm:pt>
    <dgm:pt modelId="{E1808C77-FB1A-4908-86E1-8EA7B72F433A}" type="sibTrans" cxnId="{2F103BD4-995D-4610-A80A-22ACBD195627}">
      <dgm:prSet/>
      <dgm:spPr/>
      <dgm:t>
        <a:bodyPr/>
        <a:lstStyle/>
        <a:p>
          <a:endParaRPr lang="en-US"/>
        </a:p>
      </dgm:t>
    </dgm:pt>
    <dgm:pt modelId="{557BAC87-963C-4050-9E15-9F25EF3CD4BA}">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eracity</a:t>
          </a:r>
          <a:r>
            <a:rPr lang="en-US" sz="36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(Quality)</a:t>
          </a:r>
        </a:p>
      </dgm:t>
    </dgm:pt>
    <dgm:pt modelId="{26142936-1EC3-4582-B830-F14CD904B3DA}" type="parTrans" cxnId="{AFD5D616-CE61-4E5C-986E-98C2FB8D440D}">
      <dgm:prSet/>
      <dgm:spPr/>
      <dgm:t>
        <a:bodyPr/>
        <a:lstStyle/>
        <a:p>
          <a:endParaRPr lang="en-US"/>
        </a:p>
      </dgm:t>
    </dgm:pt>
    <dgm:pt modelId="{6A73AB96-FCD0-44F5-8720-FAE78A3E8A9B}" type="sibTrans" cxnId="{AFD5D616-CE61-4E5C-986E-98C2FB8D440D}">
      <dgm:prSet/>
      <dgm:spPr/>
      <dgm:t>
        <a:bodyPr/>
        <a:lstStyle/>
        <a:p>
          <a:endParaRPr lang="en-US"/>
        </a:p>
      </dgm:t>
    </dgm:pt>
    <dgm:pt modelId="{718C1345-4ED0-4A1F-BAA3-C53BE52EB7CF}">
      <dgm:prSet custT="1"/>
      <dgm:spPr>
        <a:solidFill>
          <a:schemeClr val="accent2">
            <a:lumMod val="20000"/>
            <a:lumOff val="80000"/>
            <a:alpha val="90000"/>
          </a:schemeClr>
        </a:solidFill>
        <a:ln>
          <a:solidFill>
            <a:srgbClr val="24323E">
              <a:alpha val="90000"/>
            </a:srgbClr>
          </a:solidFill>
        </a:ln>
      </dgm:spPr>
      <dgm:t>
        <a:bodyPr/>
        <a:lstStyle/>
        <a:p>
          <a:pPr rtl="0"/>
          <a:r>
            <a:rPr lang="en-US" sz="1700" dirty="0">
              <a:latin typeface="Times New Roman" panose="02020603050405020304" pitchFamily="18" charset="0"/>
              <a:ea typeface="Segoe UI" panose="020B0502040204020203" pitchFamily="34" charset="0"/>
              <a:cs typeface="Times New Roman" panose="02020603050405020304" pitchFamily="18" charset="0"/>
            </a:rPr>
            <a:t>The anonymity of the WWW, incredible sources like social networking and duplicate systems bring into question the authenticity of the information being generated and collected.</a:t>
          </a:r>
        </a:p>
      </dgm:t>
    </dgm:pt>
    <dgm:pt modelId="{869F634B-5E99-45CC-9F5D-16EDA5161C9A}" type="parTrans" cxnId="{EF91BBA2-952A-468D-B59E-57AE64EBC7B9}">
      <dgm:prSet/>
      <dgm:spPr/>
      <dgm:t>
        <a:bodyPr/>
        <a:lstStyle/>
        <a:p>
          <a:endParaRPr lang="en-US"/>
        </a:p>
      </dgm:t>
    </dgm:pt>
    <dgm:pt modelId="{C33F9AF4-DCF4-41AB-85B5-D2BF149D6A42}" type="sibTrans" cxnId="{EF91BBA2-952A-468D-B59E-57AE64EBC7B9}">
      <dgm:prSet/>
      <dgm:spPr/>
      <dgm:t>
        <a:bodyPr/>
        <a:lstStyle/>
        <a:p>
          <a:endParaRPr lang="en-US"/>
        </a:p>
      </dgm:t>
    </dgm:pt>
    <dgm:pt modelId="{63CF1F26-2C49-43DB-A345-48F74C28BA23}">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elocity</a:t>
          </a:r>
          <a:r>
            <a:rPr lang="en-US" sz="17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(Speed)</a:t>
          </a:r>
          <a:endParaRPr lang="en-US" sz="1700" b="0" i="0" dirty="0">
            <a:latin typeface="Times New Roman" panose="02020603050405020304" pitchFamily="18" charset="0"/>
            <a:ea typeface="Segoe UI" panose="020B0502040204020203" pitchFamily="34" charset="0"/>
            <a:cs typeface="Times New Roman" panose="02020603050405020304" pitchFamily="18" charset="0"/>
          </a:endParaRPr>
        </a:p>
      </dgm:t>
    </dgm:pt>
    <dgm:pt modelId="{A31D2370-16BC-4F3C-9A3F-85BF2823967E}" type="parTrans" cxnId="{B5E1F8EC-2B2A-4353-9FFA-679B1ECAFD45}">
      <dgm:prSet/>
      <dgm:spPr/>
      <dgm:t>
        <a:bodyPr/>
        <a:lstStyle/>
        <a:p>
          <a:endParaRPr lang="en-US"/>
        </a:p>
      </dgm:t>
    </dgm:pt>
    <dgm:pt modelId="{A40C8604-4D3E-405F-90EE-9804B018DB7C}" type="sibTrans" cxnId="{B5E1F8EC-2B2A-4353-9FFA-679B1ECAFD45}">
      <dgm:prSet/>
      <dgm:spPr/>
      <dgm:t>
        <a:bodyPr/>
        <a:lstStyle/>
        <a:p>
          <a:endParaRPr lang="en-US"/>
        </a:p>
      </dgm:t>
    </dgm:pt>
    <dgm:pt modelId="{8B98B9CB-9E15-46FD-A8CB-54139133EE1A}">
      <dgm:prSet custT="1"/>
      <dgm:spPr>
        <a:solidFill>
          <a:schemeClr val="accent2">
            <a:lumMod val="20000"/>
            <a:lumOff val="80000"/>
            <a:alpha val="90000"/>
          </a:schemeClr>
        </a:solidFill>
        <a:ln>
          <a:solidFill>
            <a:srgbClr val="24323E">
              <a:alpha val="90000"/>
            </a:srgbClr>
          </a:solidFill>
        </a:ln>
      </dgm:spPr>
      <dgm:t>
        <a:bodyPr/>
        <a:lstStyle/>
        <a:p>
          <a:pPr rtl="0"/>
          <a:r>
            <a:rPr lang="en-US" sz="1700" dirty="0">
              <a:latin typeface="Times New Roman" panose="02020603050405020304" pitchFamily="18" charset="0"/>
              <a:ea typeface="Segoe UI" panose="020B0502040204020203" pitchFamily="34" charset="0"/>
              <a:cs typeface="Times New Roman" panose="02020603050405020304" pitchFamily="18" charset="0"/>
            </a:rPr>
            <a:t>Sources like social networking and sensor signals create data at a tremendous rate; making it a challenge to capture, store, and analyze that data in a timely or economical manner.</a:t>
          </a:r>
        </a:p>
      </dgm:t>
    </dgm:pt>
    <dgm:pt modelId="{D3066D65-ED4D-455B-83DC-695F14A720D8}" type="parTrans" cxnId="{4489F380-817D-4B67-91E6-0376479A4B5B}">
      <dgm:prSet/>
      <dgm:spPr/>
      <dgm:t>
        <a:bodyPr/>
        <a:lstStyle/>
        <a:p>
          <a:endParaRPr lang="en-US"/>
        </a:p>
      </dgm:t>
    </dgm:pt>
    <dgm:pt modelId="{C9ED7B87-5CDD-459B-AD3D-D7DE79644E4A}" type="sibTrans" cxnId="{4489F380-817D-4B67-91E6-0376479A4B5B}">
      <dgm:prSet/>
      <dgm:spPr/>
      <dgm:t>
        <a:bodyPr/>
        <a:lstStyle/>
        <a:p>
          <a:endParaRPr lang="en-US"/>
        </a:p>
      </dgm:t>
    </dgm:pt>
    <dgm:pt modelId="{24A4DC68-21E2-4F8E-8FA1-9DDF4BFDF6EC}" type="pres">
      <dgm:prSet presAssocID="{CDB77324-11D3-451A-9A38-9E6CF250A592}" presName="Name0" presStyleCnt="0">
        <dgm:presLayoutVars>
          <dgm:dir/>
          <dgm:animLvl val="lvl"/>
          <dgm:resizeHandles val="exact"/>
        </dgm:presLayoutVars>
      </dgm:prSet>
      <dgm:spPr/>
    </dgm:pt>
    <dgm:pt modelId="{D7EA63F6-8276-4426-9452-FAB1DE46136C}" type="pres">
      <dgm:prSet presAssocID="{605AC196-7531-4A3A-BA0F-F183BA17D95B}" presName="linNode" presStyleCnt="0"/>
      <dgm:spPr/>
    </dgm:pt>
    <dgm:pt modelId="{1832182B-FFB2-48E3-8478-612FD90D2EC4}" type="pres">
      <dgm:prSet presAssocID="{605AC196-7531-4A3A-BA0F-F183BA17D95B}" presName="parentText" presStyleLbl="node1" presStyleIdx="0" presStyleCnt="4" custScaleX="60657" custLinFactNeighborX="-2158" custLinFactNeighborY="-48">
        <dgm:presLayoutVars>
          <dgm:chMax val="1"/>
          <dgm:bulletEnabled val="1"/>
        </dgm:presLayoutVars>
      </dgm:prSet>
      <dgm:spPr/>
    </dgm:pt>
    <dgm:pt modelId="{AD784516-C829-4938-A67F-A9C7876742AA}" type="pres">
      <dgm:prSet presAssocID="{605AC196-7531-4A3A-BA0F-F183BA17D95B}" presName="descendantText" presStyleLbl="alignAccFollowNode1" presStyleIdx="0" presStyleCnt="4" custScaleX="117814" custLinFactNeighborX="-3973" custLinFactNeighborY="-870">
        <dgm:presLayoutVars>
          <dgm:bulletEnabled val="1"/>
        </dgm:presLayoutVars>
      </dgm:prSet>
      <dgm:spPr/>
    </dgm:pt>
    <dgm:pt modelId="{12509E02-736C-47C4-933E-62E2E5592451}" type="pres">
      <dgm:prSet presAssocID="{02C6C57E-1F0C-4DD5-9977-717F57DCFC83}" presName="sp" presStyleCnt="0"/>
      <dgm:spPr/>
    </dgm:pt>
    <dgm:pt modelId="{E5202F72-118A-4E98-883A-AD868EA79C9E}" type="pres">
      <dgm:prSet presAssocID="{63CF1F26-2C49-43DB-A345-48F74C28BA23}" presName="linNode" presStyleCnt="0"/>
      <dgm:spPr/>
    </dgm:pt>
    <dgm:pt modelId="{E3572DBE-9A59-4E15-8462-A4A24C889CCD}" type="pres">
      <dgm:prSet presAssocID="{63CF1F26-2C49-43DB-A345-48F74C28BA23}" presName="parentText" presStyleLbl="node1" presStyleIdx="1" presStyleCnt="4" custScaleX="60657" custLinFactNeighborX="-2158" custLinFactNeighborY="-48">
        <dgm:presLayoutVars>
          <dgm:chMax val="1"/>
          <dgm:bulletEnabled val="1"/>
        </dgm:presLayoutVars>
      </dgm:prSet>
      <dgm:spPr/>
    </dgm:pt>
    <dgm:pt modelId="{223DB282-B47E-4ABD-9C24-E856C163B4F1}" type="pres">
      <dgm:prSet presAssocID="{63CF1F26-2C49-43DB-A345-48F74C28BA23}" presName="descendantText" presStyleLbl="alignAccFollowNode1" presStyleIdx="1" presStyleCnt="4" custScaleX="117814" custLinFactNeighborX="-3973" custLinFactNeighborY="-870">
        <dgm:presLayoutVars>
          <dgm:bulletEnabled val="1"/>
        </dgm:presLayoutVars>
      </dgm:prSet>
      <dgm:spPr/>
    </dgm:pt>
    <dgm:pt modelId="{93E01947-6EF0-4B09-8A4B-30EF0A37AC4F}" type="pres">
      <dgm:prSet presAssocID="{A40C8604-4D3E-405F-90EE-9804B018DB7C}" presName="sp" presStyleCnt="0"/>
      <dgm:spPr/>
    </dgm:pt>
    <dgm:pt modelId="{B9FBECBB-7C09-46D9-87ED-12FF95E8DC22}" type="pres">
      <dgm:prSet presAssocID="{E7C7EC4A-8EC1-4FC3-800E-D8DAF5A44813}" presName="linNode" presStyleCnt="0"/>
      <dgm:spPr/>
    </dgm:pt>
    <dgm:pt modelId="{4A2AD729-7F4F-4D92-80C9-0DFB935F298F}" type="pres">
      <dgm:prSet presAssocID="{E7C7EC4A-8EC1-4FC3-800E-D8DAF5A44813}" presName="parentText" presStyleLbl="node1" presStyleIdx="2" presStyleCnt="4" custScaleX="60657" custLinFactNeighborX="-7337">
        <dgm:presLayoutVars>
          <dgm:chMax val="1"/>
          <dgm:bulletEnabled val="1"/>
        </dgm:presLayoutVars>
      </dgm:prSet>
      <dgm:spPr/>
    </dgm:pt>
    <dgm:pt modelId="{EBDCF185-59BA-46AC-B615-1BFD8D6FF2E0}" type="pres">
      <dgm:prSet presAssocID="{E7C7EC4A-8EC1-4FC3-800E-D8DAF5A44813}" presName="descendantText" presStyleLbl="alignAccFollowNode1" presStyleIdx="2" presStyleCnt="4" custScaleX="117814" custLinFactNeighborX="-3973">
        <dgm:presLayoutVars>
          <dgm:bulletEnabled val="1"/>
        </dgm:presLayoutVars>
      </dgm:prSet>
      <dgm:spPr/>
    </dgm:pt>
    <dgm:pt modelId="{AFAA400F-F83F-4301-9D75-E9D1EB0E6826}" type="pres">
      <dgm:prSet presAssocID="{D9C50FFF-504F-4EED-A5B8-5AC7865DF6DF}" presName="sp" presStyleCnt="0"/>
      <dgm:spPr/>
    </dgm:pt>
    <dgm:pt modelId="{0E6A626B-46F2-425B-86EC-50BD88E9DB1E}" type="pres">
      <dgm:prSet presAssocID="{557BAC87-963C-4050-9E15-9F25EF3CD4BA}" presName="linNode" presStyleCnt="0"/>
      <dgm:spPr/>
    </dgm:pt>
    <dgm:pt modelId="{163BA0A4-5FB8-43FB-8896-61420378DA70}" type="pres">
      <dgm:prSet presAssocID="{557BAC87-963C-4050-9E15-9F25EF3CD4BA}" presName="parentText" presStyleLbl="node1" presStyleIdx="3" presStyleCnt="4" custScaleX="60657" custLinFactNeighborX="-7337">
        <dgm:presLayoutVars>
          <dgm:chMax val="1"/>
          <dgm:bulletEnabled val="1"/>
        </dgm:presLayoutVars>
      </dgm:prSet>
      <dgm:spPr/>
    </dgm:pt>
    <dgm:pt modelId="{14679BB8-A35C-43F5-872A-0FC176A96265}" type="pres">
      <dgm:prSet presAssocID="{557BAC87-963C-4050-9E15-9F25EF3CD4BA}" presName="descendantText" presStyleLbl="alignAccFollowNode1" presStyleIdx="3" presStyleCnt="4" custScaleX="117814" custLinFactNeighborX="-3973">
        <dgm:presLayoutVars>
          <dgm:bulletEnabled val="1"/>
        </dgm:presLayoutVars>
      </dgm:prSet>
      <dgm:spPr/>
    </dgm:pt>
  </dgm:ptLst>
  <dgm:cxnLst>
    <dgm:cxn modelId="{FF763104-BA16-4103-B51B-05412FE87C31}" type="presOf" srcId="{CDB77324-11D3-451A-9A38-9E6CF250A592}" destId="{24A4DC68-21E2-4F8E-8FA1-9DDF4BFDF6EC}" srcOrd="0" destOrd="0" presId="urn:microsoft.com/office/officeart/2005/8/layout/vList5"/>
    <dgm:cxn modelId="{5C3F600E-F1A0-4EBE-B5B5-3C70ADD961A8}" srcId="{605AC196-7531-4A3A-BA0F-F183BA17D95B}" destId="{E9BDF49E-2F96-4F82-AD26-C469CEFA998F}" srcOrd="0" destOrd="0" parTransId="{88B86709-70A8-4BF5-9F92-26C8EA0BA331}" sibTransId="{AEEDE742-F41F-4FFA-B9C2-4E4CFED8B357}"/>
    <dgm:cxn modelId="{AFD5D616-CE61-4E5C-986E-98C2FB8D440D}" srcId="{CDB77324-11D3-451A-9A38-9E6CF250A592}" destId="{557BAC87-963C-4050-9E15-9F25EF3CD4BA}" srcOrd="3" destOrd="0" parTransId="{26142936-1EC3-4582-B830-F14CD904B3DA}" sibTransId="{6A73AB96-FCD0-44F5-8720-FAE78A3E8A9B}"/>
    <dgm:cxn modelId="{8452FE17-2CF8-4EAF-B089-8C107C78B086}" type="presOf" srcId="{E9BDF49E-2F96-4F82-AD26-C469CEFA998F}" destId="{AD784516-C829-4938-A67F-A9C7876742AA}" srcOrd="0" destOrd="0" presId="urn:microsoft.com/office/officeart/2005/8/layout/vList5"/>
    <dgm:cxn modelId="{345A252C-19FB-4C5B-B4A0-C052FEB36663}" type="presOf" srcId="{605AC196-7531-4A3A-BA0F-F183BA17D95B}" destId="{1832182B-FFB2-48E3-8478-612FD90D2EC4}" srcOrd="0" destOrd="0" presId="urn:microsoft.com/office/officeart/2005/8/layout/vList5"/>
    <dgm:cxn modelId="{49B5AC35-2FEA-4247-9D02-2DA18B160C07}" type="presOf" srcId="{557BAC87-963C-4050-9E15-9F25EF3CD4BA}" destId="{163BA0A4-5FB8-43FB-8896-61420378DA70}" srcOrd="0" destOrd="0" presId="urn:microsoft.com/office/officeart/2005/8/layout/vList5"/>
    <dgm:cxn modelId="{6FE92436-D46E-426C-BE60-69E78AF35E20}" srcId="{CDB77324-11D3-451A-9A38-9E6CF250A592}" destId="{E7C7EC4A-8EC1-4FC3-800E-D8DAF5A44813}" srcOrd="2" destOrd="0" parTransId="{C77750F9-ACAE-49A0-8D31-0550E65AFE85}" sibTransId="{D9C50FFF-504F-4EED-A5B8-5AC7865DF6DF}"/>
    <dgm:cxn modelId="{A9055F65-97CB-40D3-8807-A1540CE3E12C}" type="presOf" srcId="{8B98B9CB-9E15-46FD-A8CB-54139133EE1A}" destId="{223DB282-B47E-4ABD-9C24-E856C163B4F1}" srcOrd="0" destOrd="0" presId="urn:microsoft.com/office/officeart/2005/8/layout/vList5"/>
    <dgm:cxn modelId="{0DF69776-A635-4163-8325-5149FAF5501C}" type="presOf" srcId="{718C1345-4ED0-4A1F-BAA3-C53BE52EB7CF}" destId="{14679BB8-A35C-43F5-872A-0FC176A96265}" srcOrd="0" destOrd="0" presId="urn:microsoft.com/office/officeart/2005/8/layout/vList5"/>
    <dgm:cxn modelId="{4489F380-817D-4B67-91E6-0376479A4B5B}" srcId="{63CF1F26-2C49-43DB-A345-48F74C28BA23}" destId="{8B98B9CB-9E15-46FD-A8CB-54139133EE1A}" srcOrd="0" destOrd="0" parTransId="{D3066D65-ED4D-455B-83DC-695F14A720D8}" sibTransId="{C9ED7B87-5CDD-459B-AD3D-D7DE79644E4A}"/>
    <dgm:cxn modelId="{EF91BBA2-952A-468D-B59E-57AE64EBC7B9}" srcId="{557BAC87-963C-4050-9E15-9F25EF3CD4BA}" destId="{718C1345-4ED0-4A1F-BAA3-C53BE52EB7CF}" srcOrd="0" destOrd="0" parTransId="{869F634B-5E99-45CC-9F5D-16EDA5161C9A}" sibTransId="{C33F9AF4-DCF4-41AB-85B5-D2BF149D6A42}"/>
    <dgm:cxn modelId="{D03238A6-4225-49D7-ACD2-A2FAF57D3955}" srcId="{CDB77324-11D3-451A-9A38-9E6CF250A592}" destId="{605AC196-7531-4A3A-BA0F-F183BA17D95B}" srcOrd="0" destOrd="0" parTransId="{067FD0B8-26C6-4008-81DD-5D412006EFAE}" sibTransId="{02C6C57E-1F0C-4DD5-9977-717F57DCFC83}"/>
    <dgm:cxn modelId="{8017EDCC-2609-48EC-B4CD-3A49D5DE61BC}" type="presOf" srcId="{63CF1F26-2C49-43DB-A345-48F74C28BA23}" destId="{E3572DBE-9A59-4E15-8462-A4A24C889CCD}" srcOrd="0" destOrd="0" presId="urn:microsoft.com/office/officeart/2005/8/layout/vList5"/>
    <dgm:cxn modelId="{2F103BD4-995D-4610-A80A-22ACBD195627}" srcId="{E7C7EC4A-8EC1-4FC3-800E-D8DAF5A44813}" destId="{691C9D0F-4575-40F3-BA01-0E4B81C6100D}" srcOrd="0" destOrd="0" parTransId="{3D121E40-CBE9-4221-AC90-236D6CEC79B7}" sibTransId="{E1808C77-FB1A-4908-86E1-8EA7B72F433A}"/>
    <dgm:cxn modelId="{B5E1F8EC-2B2A-4353-9FFA-679B1ECAFD45}" srcId="{CDB77324-11D3-451A-9A38-9E6CF250A592}" destId="{63CF1F26-2C49-43DB-A345-48F74C28BA23}" srcOrd="1" destOrd="0" parTransId="{A31D2370-16BC-4F3C-9A3F-85BF2823967E}" sibTransId="{A40C8604-4D3E-405F-90EE-9804B018DB7C}"/>
    <dgm:cxn modelId="{6D7470F3-DAE7-4CEF-AF97-C2AB6F612A71}" type="presOf" srcId="{691C9D0F-4575-40F3-BA01-0E4B81C6100D}" destId="{EBDCF185-59BA-46AC-B615-1BFD8D6FF2E0}" srcOrd="0" destOrd="0" presId="urn:microsoft.com/office/officeart/2005/8/layout/vList5"/>
    <dgm:cxn modelId="{2C3E48F9-49EB-4009-9AFC-4275A35F7351}" type="presOf" srcId="{E7C7EC4A-8EC1-4FC3-800E-D8DAF5A44813}" destId="{4A2AD729-7F4F-4D92-80C9-0DFB935F298F}" srcOrd="0" destOrd="0" presId="urn:microsoft.com/office/officeart/2005/8/layout/vList5"/>
    <dgm:cxn modelId="{A507B1C2-B90D-4D5A-8C68-333C854F1135}" type="presParOf" srcId="{24A4DC68-21E2-4F8E-8FA1-9DDF4BFDF6EC}" destId="{D7EA63F6-8276-4426-9452-FAB1DE46136C}" srcOrd="0" destOrd="0" presId="urn:microsoft.com/office/officeart/2005/8/layout/vList5"/>
    <dgm:cxn modelId="{F88DC956-33BD-455D-88FA-460DA857049A}" type="presParOf" srcId="{D7EA63F6-8276-4426-9452-FAB1DE46136C}" destId="{1832182B-FFB2-48E3-8478-612FD90D2EC4}" srcOrd="0" destOrd="0" presId="urn:microsoft.com/office/officeart/2005/8/layout/vList5"/>
    <dgm:cxn modelId="{E767B343-3A66-49D7-8E07-62E264F005C8}" type="presParOf" srcId="{D7EA63F6-8276-4426-9452-FAB1DE46136C}" destId="{AD784516-C829-4938-A67F-A9C7876742AA}" srcOrd="1" destOrd="0" presId="urn:microsoft.com/office/officeart/2005/8/layout/vList5"/>
    <dgm:cxn modelId="{EF74EB57-0676-4D5B-83E6-918F9472DF47}" type="presParOf" srcId="{24A4DC68-21E2-4F8E-8FA1-9DDF4BFDF6EC}" destId="{12509E02-736C-47C4-933E-62E2E5592451}" srcOrd="1" destOrd="0" presId="urn:microsoft.com/office/officeart/2005/8/layout/vList5"/>
    <dgm:cxn modelId="{BC554D9E-6474-4A7D-BF01-904D1CAD5AE9}" type="presParOf" srcId="{24A4DC68-21E2-4F8E-8FA1-9DDF4BFDF6EC}" destId="{E5202F72-118A-4E98-883A-AD868EA79C9E}" srcOrd="2" destOrd="0" presId="urn:microsoft.com/office/officeart/2005/8/layout/vList5"/>
    <dgm:cxn modelId="{F406BC44-EFC2-4041-A7B1-71718B3A0C16}" type="presParOf" srcId="{E5202F72-118A-4E98-883A-AD868EA79C9E}" destId="{E3572DBE-9A59-4E15-8462-A4A24C889CCD}" srcOrd="0" destOrd="0" presId="urn:microsoft.com/office/officeart/2005/8/layout/vList5"/>
    <dgm:cxn modelId="{62CBAAFB-890A-45F7-BCE0-124906B38E7B}" type="presParOf" srcId="{E5202F72-118A-4E98-883A-AD868EA79C9E}" destId="{223DB282-B47E-4ABD-9C24-E856C163B4F1}" srcOrd="1" destOrd="0" presId="urn:microsoft.com/office/officeart/2005/8/layout/vList5"/>
    <dgm:cxn modelId="{B753EE8A-E02E-4F08-9AAC-194C40ADBC3C}" type="presParOf" srcId="{24A4DC68-21E2-4F8E-8FA1-9DDF4BFDF6EC}" destId="{93E01947-6EF0-4B09-8A4B-30EF0A37AC4F}" srcOrd="3" destOrd="0" presId="urn:microsoft.com/office/officeart/2005/8/layout/vList5"/>
    <dgm:cxn modelId="{286DF9E0-91D3-4016-9D85-A9C759507AA0}" type="presParOf" srcId="{24A4DC68-21E2-4F8E-8FA1-9DDF4BFDF6EC}" destId="{B9FBECBB-7C09-46D9-87ED-12FF95E8DC22}" srcOrd="4" destOrd="0" presId="urn:microsoft.com/office/officeart/2005/8/layout/vList5"/>
    <dgm:cxn modelId="{32C60369-A5C0-497C-B96A-708F5653B69B}" type="presParOf" srcId="{B9FBECBB-7C09-46D9-87ED-12FF95E8DC22}" destId="{4A2AD729-7F4F-4D92-80C9-0DFB935F298F}" srcOrd="0" destOrd="0" presId="urn:microsoft.com/office/officeart/2005/8/layout/vList5"/>
    <dgm:cxn modelId="{B26CB5C6-3705-4A7D-90A7-B3C0E488056E}" type="presParOf" srcId="{B9FBECBB-7C09-46D9-87ED-12FF95E8DC22}" destId="{EBDCF185-59BA-46AC-B615-1BFD8D6FF2E0}" srcOrd="1" destOrd="0" presId="urn:microsoft.com/office/officeart/2005/8/layout/vList5"/>
    <dgm:cxn modelId="{C2D1E6DA-B514-4B91-AFA5-BB79E88846A4}" type="presParOf" srcId="{24A4DC68-21E2-4F8E-8FA1-9DDF4BFDF6EC}" destId="{AFAA400F-F83F-4301-9D75-E9D1EB0E6826}" srcOrd="5" destOrd="0" presId="urn:microsoft.com/office/officeart/2005/8/layout/vList5"/>
    <dgm:cxn modelId="{68FCD3BA-2C0C-4E72-98EC-3011C787FD6A}" type="presParOf" srcId="{24A4DC68-21E2-4F8E-8FA1-9DDF4BFDF6EC}" destId="{0E6A626B-46F2-425B-86EC-50BD88E9DB1E}" srcOrd="6" destOrd="0" presId="urn:microsoft.com/office/officeart/2005/8/layout/vList5"/>
    <dgm:cxn modelId="{96568634-C28C-41C8-A4CA-49657C891DD9}" type="presParOf" srcId="{0E6A626B-46F2-425B-86EC-50BD88E9DB1E}" destId="{163BA0A4-5FB8-43FB-8896-61420378DA70}" srcOrd="0" destOrd="0" presId="urn:microsoft.com/office/officeart/2005/8/layout/vList5"/>
    <dgm:cxn modelId="{8F0B2A92-C8E8-4871-B697-20C044EB09A6}" type="presParOf" srcId="{0E6A626B-46F2-425B-86EC-50BD88E9DB1E}" destId="{14679BB8-A35C-43F5-872A-0FC176A9626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F03E77-E94B-4B5D-8318-40F68A4C73E2}"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96919B0F-8803-4344-B36D-4692D4183A56}">
      <dgm:prSet custT="1"/>
      <dgm:spPr>
        <a:solidFill>
          <a:schemeClr val="accent2">
            <a:lumMod val="20000"/>
            <a:lumOff val="80000"/>
          </a:schemeClr>
        </a:solidFill>
        <a:ln>
          <a:solidFill>
            <a:srgbClr val="24323E"/>
          </a:solidFill>
        </a:ln>
      </dgm:spPr>
      <dgm:t>
        <a:bodyPr/>
        <a:lstStyle/>
        <a:p>
          <a:r>
            <a:rPr lang="en-US" sz="2800" b="1" dirty="0">
              <a:solidFill>
                <a:srgbClr val="24323E"/>
              </a:solidFill>
              <a:latin typeface="Times New Roman" panose="02020603050405020304" pitchFamily="18" charset="0"/>
              <a:cs typeface="Times New Roman" panose="02020603050405020304" pitchFamily="18" charset="0"/>
            </a:rPr>
            <a:t>Essential Characteristics</a:t>
          </a:r>
        </a:p>
      </dgm:t>
    </dgm:pt>
    <dgm:pt modelId="{E3717184-6D72-4CC8-B47D-024FBE7053A5}" type="parTrans" cxnId="{10C950B2-4261-4497-BC69-97AC8B14A0F2}">
      <dgm:prSet/>
      <dgm:spPr/>
      <dgm:t>
        <a:bodyPr/>
        <a:lstStyle/>
        <a:p>
          <a:endParaRPr lang="en-US"/>
        </a:p>
      </dgm:t>
    </dgm:pt>
    <dgm:pt modelId="{741338FD-7903-4633-827F-D46EAC9AD274}" type="sibTrans" cxnId="{10C950B2-4261-4497-BC69-97AC8B14A0F2}">
      <dgm:prSet/>
      <dgm:spPr/>
      <dgm:t>
        <a:bodyPr/>
        <a:lstStyle/>
        <a:p>
          <a:endParaRPr lang="en-US"/>
        </a:p>
      </dgm:t>
    </dgm:pt>
    <dgm:pt modelId="{2A3063DF-73C3-47DB-BC80-D51E6AFC2053}">
      <dgm:prSet custT="1"/>
      <dgm:spPr>
        <a:solidFill>
          <a:srgbClr val="24323E"/>
        </a:solidFill>
        <a:ln w="28575">
          <a:solidFill>
            <a:srgbClr val="F67132"/>
          </a:solidFill>
        </a:ln>
      </dgm:spPr>
      <dgm:t>
        <a:bodyPr/>
        <a:lstStyle/>
        <a:p>
          <a:r>
            <a:rPr lang="en-US" sz="2400" b="1" dirty="0"/>
            <a:t>On-Demand Self-Service</a:t>
          </a:r>
        </a:p>
      </dgm:t>
    </dgm:pt>
    <dgm:pt modelId="{4AEE985C-25ED-41C5-B7DD-5DC16BA18A5C}" type="parTrans" cxnId="{AC3D3CE5-0DE2-42B7-AA24-891CB46E1D0F}">
      <dgm:prSet/>
      <dgm:spPr/>
      <dgm:t>
        <a:bodyPr/>
        <a:lstStyle/>
        <a:p>
          <a:endParaRPr lang="en-US"/>
        </a:p>
      </dgm:t>
    </dgm:pt>
    <dgm:pt modelId="{22D75563-C6A8-4844-B237-011FA2439730}" type="sibTrans" cxnId="{AC3D3CE5-0DE2-42B7-AA24-891CB46E1D0F}">
      <dgm:prSet/>
      <dgm:spPr/>
      <dgm:t>
        <a:bodyPr/>
        <a:lstStyle/>
        <a:p>
          <a:endParaRPr lang="en-US"/>
        </a:p>
      </dgm:t>
    </dgm:pt>
    <dgm:pt modelId="{24088BF0-B2E9-4963-A70F-6729D23A868E}">
      <dgm:prSet custT="1"/>
      <dgm:spPr>
        <a:solidFill>
          <a:srgbClr val="24323E"/>
        </a:solidFill>
        <a:ln w="28575">
          <a:solidFill>
            <a:srgbClr val="F67132"/>
          </a:solidFill>
        </a:ln>
      </dgm:spPr>
      <dgm:t>
        <a:bodyPr/>
        <a:lstStyle/>
        <a:p>
          <a:r>
            <a:rPr lang="en-US" sz="2400" b="1" dirty="0"/>
            <a:t>Broad Network Access</a:t>
          </a:r>
        </a:p>
      </dgm:t>
    </dgm:pt>
    <dgm:pt modelId="{CBAC1100-8014-4D27-8EA9-07D00075052B}" type="parTrans" cxnId="{49C8F0BC-12A2-406C-ADFF-806188F341CF}">
      <dgm:prSet/>
      <dgm:spPr/>
      <dgm:t>
        <a:bodyPr/>
        <a:lstStyle/>
        <a:p>
          <a:endParaRPr lang="en-US"/>
        </a:p>
      </dgm:t>
    </dgm:pt>
    <dgm:pt modelId="{B1A3DE92-D1BD-4CB6-B138-0F59F5C5A989}" type="sibTrans" cxnId="{49C8F0BC-12A2-406C-ADFF-806188F341CF}">
      <dgm:prSet/>
      <dgm:spPr/>
      <dgm:t>
        <a:bodyPr/>
        <a:lstStyle/>
        <a:p>
          <a:endParaRPr lang="en-US"/>
        </a:p>
      </dgm:t>
    </dgm:pt>
    <dgm:pt modelId="{C3685013-9CF2-41ED-9F73-A51E521BBFA3}">
      <dgm:prSet custT="1"/>
      <dgm:spPr>
        <a:solidFill>
          <a:srgbClr val="24323E"/>
        </a:solidFill>
        <a:ln w="28575">
          <a:solidFill>
            <a:srgbClr val="F67132"/>
          </a:solidFill>
        </a:ln>
      </dgm:spPr>
      <dgm:t>
        <a:bodyPr/>
        <a:lstStyle/>
        <a:p>
          <a:r>
            <a:rPr lang="en-US" sz="2400" b="1" dirty="0"/>
            <a:t>Resource Pooling</a:t>
          </a:r>
        </a:p>
      </dgm:t>
    </dgm:pt>
    <dgm:pt modelId="{84F0FEE9-5585-4127-A4E4-0124ECC94C02}" type="parTrans" cxnId="{1BFB618E-489B-42C7-AEB2-AF50B50EC2C4}">
      <dgm:prSet/>
      <dgm:spPr/>
      <dgm:t>
        <a:bodyPr/>
        <a:lstStyle/>
        <a:p>
          <a:endParaRPr lang="en-US"/>
        </a:p>
      </dgm:t>
    </dgm:pt>
    <dgm:pt modelId="{1D81051D-9913-42BB-BE5F-18D49E56E702}" type="sibTrans" cxnId="{1BFB618E-489B-42C7-AEB2-AF50B50EC2C4}">
      <dgm:prSet/>
      <dgm:spPr/>
      <dgm:t>
        <a:bodyPr/>
        <a:lstStyle/>
        <a:p>
          <a:endParaRPr lang="en-US"/>
        </a:p>
      </dgm:t>
    </dgm:pt>
    <dgm:pt modelId="{C1EDD284-F4E0-43B2-8FD1-9A4F94E73355}">
      <dgm:prSet custT="1"/>
      <dgm:spPr>
        <a:solidFill>
          <a:srgbClr val="24323E"/>
        </a:solidFill>
        <a:ln w="28575">
          <a:solidFill>
            <a:srgbClr val="F67132"/>
          </a:solidFill>
        </a:ln>
      </dgm:spPr>
      <dgm:t>
        <a:bodyPr/>
        <a:lstStyle/>
        <a:p>
          <a:r>
            <a:rPr lang="en-US" sz="2400" b="1" dirty="0"/>
            <a:t>Rapid Elasticity</a:t>
          </a:r>
        </a:p>
      </dgm:t>
    </dgm:pt>
    <dgm:pt modelId="{595425E7-39EB-45DB-8875-879E071C7741}" type="parTrans" cxnId="{9654B911-BDFC-4BAF-B482-D68C205DE07E}">
      <dgm:prSet/>
      <dgm:spPr/>
      <dgm:t>
        <a:bodyPr/>
        <a:lstStyle/>
        <a:p>
          <a:endParaRPr lang="en-US"/>
        </a:p>
      </dgm:t>
    </dgm:pt>
    <dgm:pt modelId="{334D40F0-C43F-4C7A-91A8-140FA90D2FD5}" type="sibTrans" cxnId="{9654B911-BDFC-4BAF-B482-D68C205DE07E}">
      <dgm:prSet/>
      <dgm:spPr/>
      <dgm:t>
        <a:bodyPr/>
        <a:lstStyle/>
        <a:p>
          <a:endParaRPr lang="en-US"/>
        </a:p>
      </dgm:t>
    </dgm:pt>
    <dgm:pt modelId="{15F5DADD-4E2A-43FD-A34B-435A36426AAF}">
      <dgm:prSet custT="1"/>
      <dgm:spPr>
        <a:solidFill>
          <a:srgbClr val="24323E"/>
        </a:solidFill>
        <a:ln w="28575">
          <a:solidFill>
            <a:srgbClr val="F67132"/>
          </a:solidFill>
        </a:ln>
      </dgm:spPr>
      <dgm:t>
        <a:bodyPr/>
        <a:lstStyle/>
        <a:p>
          <a:r>
            <a:rPr lang="en-US" sz="2400" b="1" dirty="0"/>
            <a:t>Measured Service</a:t>
          </a:r>
        </a:p>
      </dgm:t>
    </dgm:pt>
    <dgm:pt modelId="{9C2CF7F8-70B0-4808-A651-0CEEC805916E}" type="parTrans" cxnId="{BEBCA612-B4F5-448E-B45E-7CDC0E209079}">
      <dgm:prSet/>
      <dgm:spPr/>
      <dgm:t>
        <a:bodyPr/>
        <a:lstStyle/>
        <a:p>
          <a:endParaRPr lang="en-US"/>
        </a:p>
      </dgm:t>
    </dgm:pt>
    <dgm:pt modelId="{702B8447-AC88-4DA5-8A95-129477F72001}" type="sibTrans" cxnId="{BEBCA612-B4F5-448E-B45E-7CDC0E209079}">
      <dgm:prSet/>
      <dgm:spPr/>
      <dgm:t>
        <a:bodyPr/>
        <a:lstStyle/>
        <a:p>
          <a:endParaRPr lang="en-US"/>
        </a:p>
      </dgm:t>
    </dgm:pt>
    <dgm:pt modelId="{9D9BEB85-722B-4459-BA99-496C2236F856}">
      <dgm:prSet custT="1"/>
      <dgm:spPr>
        <a:solidFill>
          <a:schemeClr val="accent2">
            <a:lumMod val="20000"/>
            <a:lumOff val="80000"/>
          </a:schemeClr>
        </a:solidFill>
        <a:ln>
          <a:solidFill>
            <a:srgbClr val="24323E"/>
          </a:solidFill>
        </a:ln>
      </dgm:spPr>
      <dgm:t>
        <a:bodyPr/>
        <a:lstStyle/>
        <a:p>
          <a:r>
            <a:rPr lang="en-US" sz="2800" b="1" dirty="0">
              <a:solidFill>
                <a:srgbClr val="24323E"/>
              </a:solidFill>
              <a:latin typeface="Times New Roman" panose="02020603050405020304" pitchFamily="18" charset="0"/>
              <a:cs typeface="Times New Roman" panose="02020603050405020304" pitchFamily="18" charset="0"/>
            </a:rPr>
            <a:t>Service </a:t>
          </a:r>
          <a:br>
            <a:rPr lang="en-US" sz="2800" b="1" dirty="0">
              <a:solidFill>
                <a:srgbClr val="24323E"/>
              </a:solidFill>
              <a:latin typeface="Times New Roman" panose="02020603050405020304" pitchFamily="18" charset="0"/>
              <a:cs typeface="Times New Roman" panose="02020603050405020304" pitchFamily="18" charset="0"/>
            </a:rPr>
          </a:br>
          <a:r>
            <a:rPr lang="en-US" sz="2800" b="1" dirty="0">
              <a:solidFill>
                <a:srgbClr val="24323E"/>
              </a:solidFill>
              <a:latin typeface="Times New Roman" panose="02020603050405020304" pitchFamily="18" charset="0"/>
              <a:cs typeface="Times New Roman" panose="02020603050405020304" pitchFamily="18" charset="0"/>
            </a:rPr>
            <a:t>Models</a:t>
          </a:r>
        </a:p>
      </dgm:t>
    </dgm:pt>
    <dgm:pt modelId="{F8E02137-D9A7-4F14-89F3-C267D8160ED3}" type="parTrans" cxnId="{315C3D8A-B0A4-4DE4-9C6B-E07253EAEF00}">
      <dgm:prSet/>
      <dgm:spPr/>
      <dgm:t>
        <a:bodyPr/>
        <a:lstStyle/>
        <a:p>
          <a:endParaRPr lang="en-US"/>
        </a:p>
      </dgm:t>
    </dgm:pt>
    <dgm:pt modelId="{A21D8C42-FFBA-4E8F-B085-E3B73EC76258}" type="sibTrans" cxnId="{315C3D8A-B0A4-4DE4-9C6B-E07253EAEF00}">
      <dgm:prSet/>
      <dgm:spPr/>
      <dgm:t>
        <a:bodyPr/>
        <a:lstStyle/>
        <a:p>
          <a:endParaRPr lang="en-US"/>
        </a:p>
      </dgm:t>
    </dgm:pt>
    <dgm:pt modelId="{FEB2544F-C030-4E1A-A38D-986C585FA3AC}">
      <dgm:prSet custT="1"/>
      <dgm:spPr>
        <a:solidFill>
          <a:srgbClr val="24323E"/>
        </a:solidFill>
        <a:ln w="38100">
          <a:solidFill>
            <a:srgbClr val="F67132"/>
          </a:solidFill>
        </a:ln>
      </dgm:spPr>
      <dgm:t>
        <a:bodyPr/>
        <a:lstStyle/>
        <a:p>
          <a:r>
            <a:rPr lang="en-US" sz="2400" b="1" dirty="0"/>
            <a:t>Infrastructure as a Service (IaaS)</a:t>
          </a:r>
        </a:p>
      </dgm:t>
    </dgm:pt>
    <dgm:pt modelId="{C4CDDC9A-F39F-492C-A00B-52B7F9BF8E41}" type="parTrans" cxnId="{707733C4-D1D7-4E08-8D58-0C3C90EE5F3B}">
      <dgm:prSet/>
      <dgm:spPr/>
      <dgm:t>
        <a:bodyPr/>
        <a:lstStyle/>
        <a:p>
          <a:endParaRPr lang="en-US"/>
        </a:p>
      </dgm:t>
    </dgm:pt>
    <dgm:pt modelId="{80E14303-CF61-4D84-BFF2-933C0EF5207D}" type="sibTrans" cxnId="{707733C4-D1D7-4E08-8D58-0C3C90EE5F3B}">
      <dgm:prSet/>
      <dgm:spPr/>
      <dgm:t>
        <a:bodyPr/>
        <a:lstStyle/>
        <a:p>
          <a:endParaRPr lang="en-US"/>
        </a:p>
      </dgm:t>
    </dgm:pt>
    <dgm:pt modelId="{942EF766-441C-4928-A209-52AA8E896843}">
      <dgm:prSet custT="1"/>
      <dgm:spPr>
        <a:solidFill>
          <a:srgbClr val="24323E"/>
        </a:solidFill>
        <a:ln w="38100">
          <a:solidFill>
            <a:srgbClr val="F67132"/>
          </a:solidFill>
        </a:ln>
      </dgm:spPr>
      <dgm:t>
        <a:bodyPr/>
        <a:lstStyle/>
        <a:p>
          <a:r>
            <a:rPr lang="en-US" sz="2400" b="1" dirty="0"/>
            <a:t>Platform as a </a:t>
          </a:r>
          <a:br>
            <a:rPr lang="en-US" sz="2400" b="1" dirty="0"/>
          </a:br>
          <a:r>
            <a:rPr lang="en-US" sz="2400" b="1" dirty="0"/>
            <a:t>Service (PaaS)</a:t>
          </a:r>
        </a:p>
      </dgm:t>
    </dgm:pt>
    <dgm:pt modelId="{DCEC14EE-6121-4D9D-986C-3A9ADEF467CA}" type="parTrans" cxnId="{AFF63155-D0F4-4CDA-AC4F-53673E15B013}">
      <dgm:prSet/>
      <dgm:spPr/>
      <dgm:t>
        <a:bodyPr/>
        <a:lstStyle/>
        <a:p>
          <a:endParaRPr lang="en-US"/>
        </a:p>
      </dgm:t>
    </dgm:pt>
    <dgm:pt modelId="{EFD6CC9B-FC24-406F-AC1D-8E8FFAD16254}" type="sibTrans" cxnId="{AFF63155-D0F4-4CDA-AC4F-53673E15B013}">
      <dgm:prSet/>
      <dgm:spPr/>
      <dgm:t>
        <a:bodyPr/>
        <a:lstStyle/>
        <a:p>
          <a:endParaRPr lang="en-US"/>
        </a:p>
      </dgm:t>
    </dgm:pt>
    <dgm:pt modelId="{1E7B9F9E-8444-4FB7-ACCB-0E203ADE8182}">
      <dgm:prSet custT="1"/>
      <dgm:spPr>
        <a:solidFill>
          <a:srgbClr val="24323E"/>
        </a:solidFill>
        <a:ln w="38100">
          <a:solidFill>
            <a:srgbClr val="F67132"/>
          </a:solidFill>
        </a:ln>
      </dgm:spPr>
      <dgm:t>
        <a:bodyPr/>
        <a:lstStyle/>
        <a:p>
          <a:r>
            <a:rPr lang="en-US" sz="2400" b="1" dirty="0"/>
            <a:t>Software as a Service (SaaS)</a:t>
          </a:r>
        </a:p>
      </dgm:t>
    </dgm:pt>
    <dgm:pt modelId="{DEAD60F4-01EF-4D8B-8B5F-16CE5DEF7096}" type="parTrans" cxnId="{2B016DD3-1008-428E-898F-65804630EA83}">
      <dgm:prSet/>
      <dgm:spPr/>
      <dgm:t>
        <a:bodyPr/>
        <a:lstStyle/>
        <a:p>
          <a:endParaRPr lang="en-US"/>
        </a:p>
      </dgm:t>
    </dgm:pt>
    <dgm:pt modelId="{847D36D0-F3F3-4CE9-808A-13B4F21C0B26}" type="sibTrans" cxnId="{2B016DD3-1008-428E-898F-65804630EA83}">
      <dgm:prSet/>
      <dgm:spPr/>
      <dgm:t>
        <a:bodyPr/>
        <a:lstStyle/>
        <a:p>
          <a:endParaRPr lang="en-US"/>
        </a:p>
      </dgm:t>
    </dgm:pt>
    <dgm:pt modelId="{3E1CB00E-0A13-4CC8-A2C8-52C5979C2F0B}">
      <dgm:prSet custT="1"/>
      <dgm:spPr>
        <a:solidFill>
          <a:schemeClr val="accent2">
            <a:lumMod val="20000"/>
            <a:lumOff val="80000"/>
          </a:schemeClr>
        </a:solidFill>
        <a:ln>
          <a:solidFill>
            <a:srgbClr val="24323E"/>
          </a:solidFill>
        </a:ln>
      </dgm:spPr>
      <dgm:t>
        <a:bodyPr/>
        <a:lstStyle/>
        <a:p>
          <a:r>
            <a:rPr lang="en-US" sz="2800" b="1" dirty="0">
              <a:solidFill>
                <a:srgbClr val="24323E"/>
              </a:solidFill>
              <a:latin typeface="Times New Roman" panose="02020603050405020304" pitchFamily="18" charset="0"/>
              <a:cs typeface="Times New Roman" panose="02020603050405020304" pitchFamily="18" charset="0"/>
            </a:rPr>
            <a:t>Deployment Models</a:t>
          </a:r>
        </a:p>
      </dgm:t>
    </dgm:pt>
    <dgm:pt modelId="{ADD4C940-D460-466E-A607-C9AFE4A4D7D8}" type="parTrans" cxnId="{8990CD27-C26A-4FF9-A29C-27F9C1BF12E5}">
      <dgm:prSet/>
      <dgm:spPr/>
      <dgm:t>
        <a:bodyPr/>
        <a:lstStyle/>
        <a:p>
          <a:endParaRPr lang="en-US"/>
        </a:p>
      </dgm:t>
    </dgm:pt>
    <dgm:pt modelId="{13BF2241-B055-474A-93CE-B7FB4B308CFE}" type="sibTrans" cxnId="{8990CD27-C26A-4FF9-A29C-27F9C1BF12E5}">
      <dgm:prSet/>
      <dgm:spPr/>
      <dgm:t>
        <a:bodyPr/>
        <a:lstStyle/>
        <a:p>
          <a:endParaRPr lang="en-US"/>
        </a:p>
      </dgm:t>
    </dgm:pt>
    <dgm:pt modelId="{E4013E79-3920-4B41-9561-0FAAA8F936B5}">
      <dgm:prSet custT="1"/>
      <dgm:spPr>
        <a:solidFill>
          <a:srgbClr val="24323E"/>
        </a:solidFill>
        <a:ln w="38100">
          <a:solidFill>
            <a:srgbClr val="F67132"/>
          </a:solidFill>
        </a:ln>
      </dgm:spPr>
      <dgm:t>
        <a:bodyPr/>
        <a:lstStyle/>
        <a:p>
          <a:r>
            <a:rPr lang="en-US" sz="2400" b="1" dirty="0"/>
            <a:t>Public Cloud</a:t>
          </a:r>
        </a:p>
      </dgm:t>
    </dgm:pt>
    <dgm:pt modelId="{93AA43C2-779E-4805-B0DA-93971C47081F}" type="parTrans" cxnId="{0A5310D8-E11D-493A-82A0-03F6A5888D90}">
      <dgm:prSet/>
      <dgm:spPr/>
      <dgm:t>
        <a:bodyPr/>
        <a:lstStyle/>
        <a:p>
          <a:endParaRPr lang="en-US"/>
        </a:p>
      </dgm:t>
    </dgm:pt>
    <dgm:pt modelId="{6ED5D62E-C981-4068-858D-84BA076C2427}" type="sibTrans" cxnId="{0A5310D8-E11D-493A-82A0-03F6A5888D90}">
      <dgm:prSet/>
      <dgm:spPr/>
      <dgm:t>
        <a:bodyPr/>
        <a:lstStyle/>
        <a:p>
          <a:endParaRPr lang="en-US"/>
        </a:p>
      </dgm:t>
    </dgm:pt>
    <dgm:pt modelId="{443F7882-19AB-4016-8118-4C13A49DC7FC}">
      <dgm:prSet custT="1"/>
      <dgm:spPr>
        <a:solidFill>
          <a:srgbClr val="24323E"/>
        </a:solidFill>
        <a:ln w="38100">
          <a:solidFill>
            <a:srgbClr val="F67132"/>
          </a:solidFill>
        </a:ln>
      </dgm:spPr>
      <dgm:t>
        <a:bodyPr/>
        <a:lstStyle/>
        <a:p>
          <a:r>
            <a:rPr lang="en-US" sz="2400" b="1" dirty="0"/>
            <a:t>Private Cloud</a:t>
          </a:r>
        </a:p>
      </dgm:t>
    </dgm:pt>
    <dgm:pt modelId="{88FE03D5-6FE4-41C0-9849-3E080C3E595A}" type="parTrans" cxnId="{373666EB-D1EB-470C-BC98-69404DAABD39}">
      <dgm:prSet/>
      <dgm:spPr/>
      <dgm:t>
        <a:bodyPr/>
        <a:lstStyle/>
        <a:p>
          <a:endParaRPr lang="en-US"/>
        </a:p>
      </dgm:t>
    </dgm:pt>
    <dgm:pt modelId="{F1637137-5D21-4C45-AF9C-12699E766683}" type="sibTrans" cxnId="{373666EB-D1EB-470C-BC98-69404DAABD39}">
      <dgm:prSet/>
      <dgm:spPr/>
      <dgm:t>
        <a:bodyPr/>
        <a:lstStyle/>
        <a:p>
          <a:endParaRPr lang="en-US"/>
        </a:p>
      </dgm:t>
    </dgm:pt>
    <dgm:pt modelId="{FD158F56-56A6-48AC-B45D-A645E8F1116F}">
      <dgm:prSet custT="1"/>
      <dgm:spPr>
        <a:solidFill>
          <a:srgbClr val="24323E"/>
        </a:solidFill>
        <a:ln w="38100">
          <a:solidFill>
            <a:srgbClr val="F67132"/>
          </a:solidFill>
        </a:ln>
      </dgm:spPr>
      <dgm:t>
        <a:bodyPr/>
        <a:lstStyle/>
        <a:p>
          <a:r>
            <a:rPr lang="en-US" sz="2400" b="1" dirty="0"/>
            <a:t>Community Cloud</a:t>
          </a:r>
        </a:p>
      </dgm:t>
    </dgm:pt>
    <dgm:pt modelId="{892885A0-C737-4B57-BAB4-17F586DFC0B3}" type="parTrans" cxnId="{E6E27A51-7928-4A1B-9585-2E0A16C925B5}">
      <dgm:prSet/>
      <dgm:spPr/>
      <dgm:t>
        <a:bodyPr/>
        <a:lstStyle/>
        <a:p>
          <a:endParaRPr lang="en-US"/>
        </a:p>
      </dgm:t>
    </dgm:pt>
    <dgm:pt modelId="{8791C354-AAE6-419E-9251-8AE26CF99E9C}" type="sibTrans" cxnId="{E6E27A51-7928-4A1B-9585-2E0A16C925B5}">
      <dgm:prSet/>
      <dgm:spPr/>
      <dgm:t>
        <a:bodyPr/>
        <a:lstStyle/>
        <a:p>
          <a:endParaRPr lang="en-US"/>
        </a:p>
      </dgm:t>
    </dgm:pt>
    <dgm:pt modelId="{71211129-3CC6-4571-A5AF-9105BC8B0B84}">
      <dgm:prSet custT="1"/>
      <dgm:spPr>
        <a:solidFill>
          <a:srgbClr val="24323E"/>
        </a:solidFill>
        <a:ln w="38100">
          <a:solidFill>
            <a:srgbClr val="F67132"/>
          </a:solidFill>
        </a:ln>
      </dgm:spPr>
      <dgm:t>
        <a:bodyPr/>
        <a:lstStyle/>
        <a:p>
          <a:r>
            <a:rPr lang="en-US" sz="2400" b="1" dirty="0">
              <a:latin typeface="+mn-lt"/>
              <a:cs typeface="Times New Roman" panose="02020603050405020304" pitchFamily="18" charset="0"/>
            </a:rPr>
            <a:t>Hybrid Cloud</a:t>
          </a:r>
        </a:p>
      </dgm:t>
    </dgm:pt>
    <dgm:pt modelId="{136D08ED-FD18-4D8F-94DB-23F26B31C9FA}" type="parTrans" cxnId="{2AE3C5BC-97FD-4E10-A60F-0817D6F99F69}">
      <dgm:prSet/>
      <dgm:spPr/>
      <dgm:t>
        <a:bodyPr/>
        <a:lstStyle/>
        <a:p>
          <a:endParaRPr lang="en-US"/>
        </a:p>
      </dgm:t>
    </dgm:pt>
    <dgm:pt modelId="{11B09FCB-076A-441C-A051-0FDC03FCD2C6}" type="sibTrans" cxnId="{2AE3C5BC-97FD-4E10-A60F-0817D6F99F69}">
      <dgm:prSet/>
      <dgm:spPr/>
      <dgm:t>
        <a:bodyPr/>
        <a:lstStyle/>
        <a:p>
          <a:endParaRPr lang="en-US"/>
        </a:p>
      </dgm:t>
    </dgm:pt>
    <dgm:pt modelId="{B477533A-EBE9-40ED-A5AC-8E10948A061F}" type="pres">
      <dgm:prSet presAssocID="{40F03E77-E94B-4B5D-8318-40F68A4C73E2}" presName="theList" presStyleCnt="0">
        <dgm:presLayoutVars>
          <dgm:dir/>
          <dgm:animLvl val="lvl"/>
          <dgm:resizeHandles val="exact"/>
        </dgm:presLayoutVars>
      </dgm:prSet>
      <dgm:spPr/>
    </dgm:pt>
    <dgm:pt modelId="{C50068F7-796B-4E78-B6DE-7E2A2479187A}" type="pres">
      <dgm:prSet presAssocID="{96919B0F-8803-4344-B36D-4692D4183A56}" presName="compNode" presStyleCnt="0"/>
      <dgm:spPr/>
    </dgm:pt>
    <dgm:pt modelId="{AB86EF22-B37F-40D5-A205-2D35D97FDCBC}" type="pres">
      <dgm:prSet presAssocID="{96919B0F-8803-4344-B36D-4692D4183A56}" presName="aNode" presStyleLbl="bgShp" presStyleIdx="0" presStyleCnt="3" custScaleX="126854" custLinFactNeighborX="-1032"/>
      <dgm:spPr/>
    </dgm:pt>
    <dgm:pt modelId="{8089A4CB-A817-4C56-8F9C-33EB5D8BAB85}" type="pres">
      <dgm:prSet presAssocID="{96919B0F-8803-4344-B36D-4692D4183A56}" presName="textNode" presStyleLbl="bgShp" presStyleIdx="0" presStyleCnt="3"/>
      <dgm:spPr/>
    </dgm:pt>
    <dgm:pt modelId="{AA7105DF-E11C-4FF6-BA51-26E933FC0BD3}" type="pres">
      <dgm:prSet presAssocID="{96919B0F-8803-4344-B36D-4692D4183A56}" presName="compChildNode" presStyleCnt="0"/>
      <dgm:spPr/>
    </dgm:pt>
    <dgm:pt modelId="{BA8EE737-4D0B-4F92-9A02-8D91D51C6E48}" type="pres">
      <dgm:prSet presAssocID="{96919B0F-8803-4344-B36D-4692D4183A56}" presName="theInnerList" presStyleCnt="0"/>
      <dgm:spPr/>
    </dgm:pt>
    <dgm:pt modelId="{6EE8C368-7271-4503-A879-8BD1C40DF4D1}" type="pres">
      <dgm:prSet presAssocID="{2A3063DF-73C3-47DB-BC80-D51E6AFC2053}" presName="childNode" presStyleLbl="node1" presStyleIdx="0" presStyleCnt="12" custScaleX="134549" custScaleY="2000000" custLinFactY="-358460" custLinFactNeighborY="-400000">
        <dgm:presLayoutVars>
          <dgm:bulletEnabled val="1"/>
        </dgm:presLayoutVars>
      </dgm:prSet>
      <dgm:spPr/>
    </dgm:pt>
    <dgm:pt modelId="{05A27265-23CD-4D5B-86EB-CF29E1652732}" type="pres">
      <dgm:prSet presAssocID="{2A3063DF-73C3-47DB-BC80-D51E6AFC2053}" presName="aSpace2" presStyleCnt="0"/>
      <dgm:spPr/>
    </dgm:pt>
    <dgm:pt modelId="{1F5FE4C5-C8C0-439A-B37F-1D66FDE327E5}" type="pres">
      <dgm:prSet presAssocID="{24088BF0-B2E9-4963-A70F-6729D23A868E}" presName="childNode" presStyleLbl="node1" presStyleIdx="1" presStyleCnt="12" custScaleX="134549" custScaleY="2000000" custLinFactY="-277223" custLinFactNeighborY="-300000">
        <dgm:presLayoutVars>
          <dgm:bulletEnabled val="1"/>
        </dgm:presLayoutVars>
      </dgm:prSet>
      <dgm:spPr/>
    </dgm:pt>
    <dgm:pt modelId="{EE973054-0470-4022-9DF2-E5C19A0C1F97}" type="pres">
      <dgm:prSet presAssocID="{24088BF0-B2E9-4963-A70F-6729D23A868E}" presName="aSpace2" presStyleCnt="0"/>
      <dgm:spPr/>
    </dgm:pt>
    <dgm:pt modelId="{49AD5C07-0FB9-4D71-A7E3-97CD98D3BC27}" type="pres">
      <dgm:prSet presAssocID="{C3685013-9CF2-41ED-9F73-A51E521BBFA3}" presName="childNode" presStyleLbl="node1" presStyleIdx="2" presStyleCnt="12" custScaleX="134549" custScaleY="2000000" custLinFactY="-156324" custLinFactNeighborY="-200000">
        <dgm:presLayoutVars>
          <dgm:bulletEnabled val="1"/>
        </dgm:presLayoutVars>
      </dgm:prSet>
      <dgm:spPr/>
    </dgm:pt>
    <dgm:pt modelId="{FD0C3597-722F-47E1-BE34-EED129639D2F}" type="pres">
      <dgm:prSet presAssocID="{C3685013-9CF2-41ED-9F73-A51E521BBFA3}" presName="aSpace2" presStyleCnt="0"/>
      <dgm:spPr/>
    </dgm:pt>
    <dgm:pt modelId="{A1544959-6854-44FF-BC53-A940B2DA9F5A}" type="pres">
      <dgm:prSet presAssocID="{C1EDD284-F4E0-43B2-8FD1-9A4F94E73355}" presName="childNode" presStyleLbl="node1" presStyleIdx="3" presStyleCnt="12" custScaleX="134549" custScaleY="2000000" custLinFactY="-75748" custLinFactNeighborY="-100000">
        <dgm:presLayoutVars>
          <dgm:bulletEnabled val="1"/>
        </dgm:presLayoutVars>
      </dgm:prSet>
      <dgm:spPr/>
    </dgm:pt>
    <dgm:pt modelId="{CCC3F54C-F4CF-42FC-96EF-A01F01B670A1}" type="pres">
      <dgm:prSet presAssocID="{C1EDD284-F4E0-43B2-8FD1-9A4F94E73355}" presName="aSpace2" presStyleCnt="0"/>
      <dgm:spPr/>
    </dgm:pt>
    <dgm:pt modelId="{25DC27AD-30C4-4AC0-9DA4-FCF57B35DABC}" type="pres">
      <dgm:prSet presAssocID="{15F5DADD-4E2A-43FD-A34B-435A36426AAF}" presName="childNode" presStyleLbl="node1" presStyleIdx="4" presStyleCnt="12" custScaleX="134549" custScaleY="2000000">
        <dgm:presLayoutVars>
          <dgm:bulletEnabled val="1"/>
        </dgm:presLayoutVars>
      </dgm:prSet>
      <dgm:spPr/>
    </dgm:pt>
    <dgm:pt modelId="{00E88F03-7111-4C6B-9EE6-7D5EB1DCCAD6}" type="pres">
      <dgm:prSet presAssocID="{96919B0F-8803-4344-B36D-4692D4183A56}" presName="aSpace" presStyleCnt="0"/>
      <dgm:spPr/>
    </dgm:pt>
    <dgm:pt modelId="{565DE078-CA38-492C-9D94-CA828C0DB593}" type="pres">
      <dgm:prSet presAssocID="{9D9BEB85-722B-4459-BA99-496C2236F856}" presName="compNode" presStyleCnt="0"/>
      <dgm:spPr/>
    </dgm:pt>
    <dgm:pt modelId="{9D73751A-7580-45E7-AB44-051DEFD4787E}" type="pres">
      <dgm:prSet presAssocID="{9D9BEB85-722B-4459-BA99-496C2236F856}" presName="aNode" presStyleLbl="bgShp" presStyleIdx="1" presStyleCnt="3" custLinFactNeighborX="-1032"/>
      <dgm:spPr/>
    </dgm:pt>
    <dgm:pt modelId="{74FCCB0D-1E5C-45C3-9B62-C4EC63D73E67}" type="pres">
      <dgm:prSet presAssocID="{9D9BEB85-722B-4459-BA99-496C2236F856}" presName="textNode" presStyleLbl="bgShp" presStyleIdx="1" presStyleCnt="3"/>
      <dgm:spPr/>
    </dgm:pt>
    <dgm:pt modelId="{9A5D394F-BB8D-4327-B9E1-06B9ECE280BB}" type="pres">
      <dgm:prSet presAssocID="{9D9BEB85-722B-4459-BA99-496C2236F856}" presName="compChildNode" presStyleCnt="0"/>
      <dgm:spPr/>
    </dgm:pt>
    <dgm:pt modelId="{02E09A05-5D06-46ED-8C81-A4B354859286}" type="pres">
      <dgm:prSet presAssocID="{9D9BEB85-722B-4459-BA99-496C2236F856}" presName="theInnerList" presStyleCnt="0"/>
      <dgm:spPr/>
    </dgm:pt>
    <dgm:pt modelId="{C854B35E-B1DD-4183-9B8F-29914FDFDD47}" type="pres">
      <dgm:prSet presAssocID="{FEB2544F-C030-4E1A-A38D-986C585FA3AC}" presName="childNode" presStyleLbl="node1" presStyleIdx="5" presStyleCnt="12" custScaleY="2000000" custLinFactY="-200000" custLinFactNeighborY="-293892">
        <dgm:presLayoutVars>
          <dgm:bulletEnabled val="1"/>
        </dgm:presLayoutVars>
      </dgm:prSet>
      <dgm:spPr/>
    </dgm:pt>
    <dgm:pt modelId="{206820EA-C3AF-4046-8819-40B3FE65BE45}" type="pres">
      <dgm:prSet presAssocID="{FEB2544F-C030-4E1A-A38D-986C585FA3AC}" presName="aSpace2" presStyleCnt="0"/>
      <dgm:spPr/>
    </dgm:pt>
    <dgm:pt modelId="{5D4DE708-8708-491A-AFE7-295931512452}" type="pres">
      <dgm:prSet presAssocID="{942EF766-441C-4928-A209-52AA8E896843}" presName="childNode" presStyleLbl="node1" presStyleIdx="6" presStyleCnt="12" custScaleY="2000000" custLinFactY="-100000" custLinFactNeighborY="-146946">
        <dgm:presLayoutVars>
          <dgm:bulletEnabled val="1"/>
        </dgm:presLayoutVars>
      </dgm:prSet>
      <dgm:spPr/>
    </dgm:pt>
    <dgm:pt modelId="{26DB5874-A0D1-4186-96C7-8CB0EE08A191}" type="pres">
      <dgm:prSet presAssocID="{942EF766-441C-4928-A209-52AA8E896843}" presName="aSpace2" presStyleCnt="0"/>
      <dgm:spPr/>
    </dgm:pt>
    <dgm:pt modelId="{A622B57D-FCAD-4F2C-8A8E-8AF6965C07B9}" type="pres">
      <dgm:prSet presAssocID="{1E7B9F9E-8444-4FB7-ACCB-0E203ADE8182}" presName="childNode" presStyleLbl="node1" presStyleIdx="7" presStyleCnt="12" custScaleY="2000000">
        <dgm:presLayoutVars>
          <dgm:bulletEnabled val="1"/>
        </dgm:presLayoutVars>
      </dgm:prSet>
      <dgm:spPr/>
    </dgm:pt>
    <dgm:pt modelId="{2FD6919E-9AE2-45FF-B06C-2B2B99EAEDC1}" type="pres">
      <dgm:prSet presAssocID="{9D9BEB85-722B-4459-BA99-496C2236F856}" presName="aSpace" presStyleCnt="0"/>
      <dgm:spPr/>
    </dgm:pt>
    <dgm:pt modelId="{21027EE6-05CC-4DB7-A556-5082991D2F2E}" type="pres">
      <dgm:prSet presAssocID="{3E1CB00E-0A13-4CC8-A2C8-52C5979C2F0B}" presName="compNode" presStyleCnt="0"/>
      <dgm:spPr/>
    </dgm:pt>
    <dgm:pt modelId="{5F13D3E7-DF5C-4073-A942-82B1930D2B2E}" type="pres">
      <dgm:prSet presAssocID="{3E1CB00E-0A13-4CC8-A2C8-52C5979C2F0B}" presName="aNode" presStyleLbl="bgShp" presStyleIdx="2" presStyleCnt="3" custLinFactNeighborX="-1032"/>
      <dgm:spPr/>
    </dgm:pt>
    <dgm:pt modelId="{B72ADCF8-F035-4C29-B4A6-D9BC8EA66A17}" type="pres">
      <dgm:prSet presAssocID="{3E1CB00E-0A13-4CC8-A2C8-52C5979C2F0B}" presName="textNode" presStyleLbl="bgShp" presStyleIdx="2" presStyleCnt="3"/>
      <dgm:spPr/>
    </dgm:pt>
    <dgm:pt modelId="{5CF0F63A-573B-4858-B64A-D8F4A9F1EF1F}" type="pres">
      <dgm:prSet presAssocID="{3E1CB00E-0A13-4CC8-A2C8-52C5979C2F0B}" presName="compChildNode" presStyleCnt="0"/>
      <dgm:spPr/>
    </dgm:pt>
    <dgm:pt modelId="{82A07AAE-E4C8-4F5F-9C64-FD6C915242D1}" type="pres">
      <dgm:prSet presAssocID="{3E1CB00E-0A13-4CC8-A2C8-52C5979C2F0B}" presName="theInnerList" presStyleCnt="0"/>
      <dgm:spPr/>
    </dgm:pt>
    <dgm:pt modelId="{6AB6EB11-6C7E-4248-A6F9-3B49278EBA79}" type="pres">
      <dgm:prSet presAssocID="{E4013E79-3920-4B41-9561-0FAAA8F936B5}" presName="childNode" presStyleLbl="node1" presStyleIdx="8" presStyleCnt="12" custScaleY="2000000" custLinFactY="-323460" custLinFactNeighborY="-400000">
        <dgm:presLayoutVars>
          <dgm:bulletEnabled val="1"/>
        </dgm:presLayoutVars>
      </dgm:prSet>
      <dgm:spPr/>
    </dgm:pt>
    <dgm:pt modelId="{58E640B8-57A3-4924-9C9D-74E7EFA90041}" type="pres">
      <dgm:prSet presAssocID="{E4013E79-3920-4B41-9561-0FAAA8F936B5}" presName="aSpace2" presStyleCnt="0"/>
      <dgm:spPr/>
    </dgm:pt>
    <dgm:pt modelId="{22B3A2B7-F8F1-45FF-A89A-F0A5AD3FAD81}" type="pres">
      <dgm:prSet presAssocID="{443F7882-19AB-4016-8118-4C13A49DC7FC}" presName="childNode" presStyleLbl="node1" presStyleIdx="9" presStyleCnt="12" custScaleY="2000000" custLinFactY="-213945" custLinFactNeighborY="-300000">
        <dgm:presLayoutVars>
          <dgm:bulletEnabled val="1"/>
        </dgm:presLayoutVars>
      </dgm:prSet>
      <dgm:spPr/>
    </dgm:pt>
    <dgm:pt modelId="{33D358C3-4093-4403-B160-33B18B848D0B}" type="pres">
      <dgm:prSet presAssocID="{443F7882-19AB-4016-8118-4C13A49DC7FC}" presName="aSpace2" presStyleCnt="0"/>
      <dgm:spPr/>
    </dgm:pt>
    <dgm:pt modelId="{CC2CE485-CE10-45A4-9382-37B88C1879AB}" type="pres">
      <dgm:prSet presAssocID="{FD158F56-56A6-48AC-B45D-A645E8F1116F}" presName="childNode" presStyleLbl="node1" presStyleIdx="10" presStyleCnt="12" custScaleY="2000000" custLinFactY="-116919" custLinFactNeighborY="-200000">
        <dgm:presLayoutVars>
          <dgm:bulletEnabled val="1"/>
        </dgm:presLayoutVars>
      </dgm:prSet>
      <dgm:spPr/>
    </dgm:pt>
    <dgm:pt modelId="{EDDB1EE5-B0C0-45E1-8867-9A698361B764}" type="pres">
      <dgm:prSet presAssocID="{FD158F56-56A6-48AC-B45D-A645E8F1116F}" presName="aSpace2" presStyleCnt="0"/>
      <dgm:spPr/>
    </dgm:pt>
    <dgm:pt modelId="{D6A21AB8-9E3A-4B35-B305-D4F94C060CD7}" type="pres">
      <dgm:prSet presAssocID="{71211129-3CC6-4571-A5AF-9105BC8B0B84}" presName="childNode" presStyleLbl="node1" presStyleIdx="11" presStyleCnt="12" custScaleY="2000000">
        <dgm:presLayoutVars>
          <dgm:bulletEnabled val="1"/>
        </dgm:presLayoutVars>
      </dgm:prSet>
      <dgm:spPr/>
    </dgm:pt>
  </dgm:ptLst>
  <dgm:cxnLst>
    <dgm:cxn modelId="{BCE78708-EF89-4189-A49A-53BC3B952048}" type="presOf" srcId="{24088BF0-B2E9-4963-A70F-6729D23A868E}" destId="{1F5FE4C5-C8C0-439A-B37F-1D66FDE327E5}" srcOrd="0" destOrd="0" presId="urn:microsoft.com/office/officeart/2005/8/layout/lProcess2"/>
    <dgm:cxn modelId="{A57CBF0C-EBD1-4621-8C8E-821844177F4A}" type="presOf" srcId="{96919B0F-8803-4344-B36D-4692D4183A56}" destId="{8089A4CB-A817-4C56-8F9C-33EB5D8BAB85}" srcOrd="1" destOrd="0" presId="urn:microsoft.com/office/officeart/2005/8/layout/lProcess2"/>
    <dgm:cxn modelId="{9654B911-BDFC-4BAF-B482-D68C205DE07E}" srcId="{96919B0F-8803-4344-B36D-4692D4183A56}" destId="{C1EDD284-F4E0-43B2-8FD1-9A4F94E73355}" srcOrd="3" destOrd="0" parTransId="{595425E7-39EB-45DB-8875-879E071C7741}" sibTransId="{334D40F0-C43F-4C7A-91A8-140FA90D2FD5}"/>
    <dgm:cxn modelId="{BEBCA612-B4F5-448E-B45E-7CDC0E209079}" srcId="{96919B0F-8803-4344-B36D-4692D4183A56}" destId="{15F5DADD-4E2A-43FD-A34B-435A36426AAF}" srcOrd="4" destOrd="0" parTransId="{9C2CF7F8-70B0-4808-A651-0CEEC805916E}" sibTransId="{702B8447-AC88-4DA5-8A95-129477F72001}"/>
    <dgm:cxn modelId="{19CDEC24-0E05-4B21-8032-C6CDECE45697}" type="presOf" srcId="{2A3063DF-73C3-47DB-BC80-D51E6AFC2053}" destId="{6EE8C368-7271-4503-A879-8BD1C40DF4D1}" srcOrd="0" destOrd="0" presId="urn:microsoft.com/office/officeart/2005/8/layout/lProcess2"/>
    <dgm:cxn modelId="{8990CD27-C26A-4FF9-A29C-27F9C1BF12E5}" srcId="{40F03E77-E94B-4B5D-8318-40F68A4C73E2}" destId="{3E1CB00E-0A13-4CC8-A2C8-52C5979C2F0B}" srcOrd="2" destOrd="0" parTransId="{ADD4C940-D460-466E-A607-C9AFE4A4D7D8}" sibTransId="{13BF2241-B055-474A-93CE-B7FB4B308CFE}"/>
    <dgm:cxn modelId="{EE05CA28-E316-481F-A661-0B8DF5B80979}" type="presOf" srcId="{3E1CB00E-0A13-4CC8-A2C8-52C5979C2F0B}" destId="{5F13D3E7-DF5C-4073-A942-82B1930D2B2E}" srcOrd="0" destOrd="0" presId="urn:microsoft.com/office/officeart/2005/8/layout/lProcess2"/>
    <dgm:cxn modelId="{3683AA30-135F-4236-890A-B1E45B902F99}" type="presOf" srcId="{96919B0F-8803-4344-B36D-4692D4183A56}" destId="{AB86EF22-B37F-40D5-A205-2D35D97FDCBC}" srcOrd="0" destOrd="0" presId="urn:microsoft.com/office/officeart/2005/8/layout/lProcess2"/>
    <dgm:cxn modelId="{20B08D3A-C700-4C6D-9EBD-8E4590EFE1A3}" type="presOf" srcId="{1E7B9F9E-8444-4FB7-ACCB-0E203ADE8182}" destId="{A622B57D-FCAD-4F2C-8A8E-8AF6965C07B9}" srcOrd="0" destOrd="0" presId="urn:microsoft.com/office/officeart/2005/8/layout/lProcess2"/>
    <dgm:cxn modelId="{69934D3B-6B15-4E64-B23C-5CA53AFB4D0F}" type="presOf" srcId="{443F7882-19AB-4016-8118-4C13A49DC7FC}" destId="{22B3A2B7-F8F1-45FF-A89A-F0A5AD3FAD81}" srcOrd="0" destOrd="0" presId="urn:microsoft.com/office/officeart/2005/8/layout/lProcess2"/>
    <dgm:cxn modelId="{D82F184E-C220-4BEB-A4AA-E53E39794C94}" type="presOf" srcId="{3E1CB00E-0A13-4CC8-A2C8-52C5979C2F0B}" destId="{B72ADCF8-F035-4C29-B4A6-D9BC8EA66A17}" srcOrd="1" destOrd="0" presId="urn:microsoft.com/office/officeart/2005/8/layout/lProcess2"/>
    <dgm:cxn modelId="{E6E27A51-7928-4A1B-9585-2E0A16C925B5}" srcId="{3E1CB00E-0A13-4CC8-A2C8-52C5979C2F0B}" destId="{FD158F56-56A6-48AC-B45D-A645E8F1116F}" srcOrd="2" destOrd="0" parTransId="{892885A0-C737-4B57-BAB4-17F586DFC0B3}" sibTransId="{8791C354-AAE6-419E-9251-8AE26CF99E9C}"/>
    <dgm:cxn modelId="{AFF63155-D0F4-4CDA-AC4F-53673E15B013}" srcId="{9D9BEB85-722B-4459-BA99-496C2236F856}" destId="{942EF766-441C-4928-A209-52AA8E896843}" srcOrd="1" destOrd="0" parTransId="{DCEC14EE-6121-4D9D-986C-3A9ADEF467CA}" sibTransId="{EFD6CC9B-FC24-406F-AC1D-8E8FFAD16254}"/>
    <dgm:cxn modelId="{D2455962-9DBE-4CED-8B7F-5C3C4BDA6524}" type="presOf" srcId="{E4013E79-3920-4B41-9561-0FAAA8F936B5}" destId="{6AB6EB11-6C7E-4248-A6F9-3B49278EBA79}" srcOrd="0" destOrd="0" presId="urn:microsoft.com/office/officeart/2005/8/layout/lProcess2"/>
    <dgm:cxn modelId="{EF067B73-97EA-43CE-833C-6CD5A4EF9362}" type="presOf" srcId="{40F03E77-E94B-4B5D-8318-40F68A4C73E2}" destId="{B477533A-EBE9-40ED-A5AC-8E10948A061F}" srcOrd="0" destOrd="0" presId="urn:microsoft.com/office/officeart/2005/8/layout/lProcess2"/>
    <dgm:cxn modelId="{DA5B6775-402B-443A-8BA1-72AC09A659A7}" type="presOf" srcId="{15F5DADD-4E2A-43FD-A34B-435A36426AAF}" destId="{25DC27AD-30C4-4AC0-9DA4-FCF57B35DABC}" srcOrd="0" destOrd="0" presId="urn:microsoft.com/office/officeart/2005/8/layout/lProcess2"/>
    <dgm:cxn modelId="{97466983-55BE-45BA-9491-2131E131B008}" type="presOf" srcId="{FD158F56-56A6-48AC-B45D-A645E8F1116F}" destId="{CC2CE485-CE10-45A4-9382-37B88C1879AB}" srcOrd="0" destOrd="0" presId="urn:microsoft.com/office/officeart/2005/8/layout/lProcess2"/>
    <dgm:cxn modelId="{759E0085-70A5-4CC5-9EDF-7AD8325F7316}" type="presOf" srcId="{C1EDD284-F4E0-43B2-8FD1-9A4F94E73355}" destId="{A1544959-6854-44FF-BC53-A940B2DA9F5A}" srcOrd="0" destOrd="0" presId="urn:microsoft.com/office/officeart/2005/8/layout/lProcess2"/>
    <dgm:cxn modelId="{657BFE89-8199-4B38-BE6F-AE5F8B8DE2FB}" type="presOf" srcId="{71211129-3CC6-4571-A5AF-9105BC8B0B84}" destId="{D6A21AB8-9E3A-4B35-B305-D4F94C060CD7}" srcOrd="0" destOrd="0" presId="urn:microsoft.com/office/officeart/2005/8/layout/lProcess2"/>
    <dgm:cxn modelId="{315C3D8A-B0A4-4DE4-9C6B-E07253EAEF00}" srcId="{40F03E77-E94B-4B5D-8318-40F68A4C73E2}" destId="{9D9BEB85-722B-4459-BA99-496C2236F856}" srcOrd="1" destOrd="0" parTransId="{F8E02137-D9A7-4F14-89F3-C267D8160ED3}" sibTransId="{A21D8C42-FFBA-4E8F-B085-E3B73EC76258}"/>
    <dgm:cxn modelId="{1BFB618E-489B-42C7-AEB2-AF50B50EC2C4}" srcId="{96919B0F-8803-4344-B36D-4692D4183A56}" destId="{C3685013-9CF2-41ED-9F73-A51E521BBFA3}" srcOrd="2" destOrd="0" parTransId="{84F0FEE9-5585-4127-A4E4-0124ECC94C02}" sibTransId="{1D81051D-9913-42BB-BE5F-18D49E56E702}"/>
    <dgm:cxn modelId="{3203B29B-2CED-40D3-B85E-EB7DE0442FD4}" type="presOf" srcId="{942EF766-441C-4928-A209-52AA8E896843}" destId="{5D4DE708-8708-491A-AFE7-295931512452}" srcOrd="0" destOrd="0" presId="urn:microsoft.com/office/officeart/2005/8/layout/lProcess2"/>
    <dgm:cxn modelId="{34E588AE-F3E4-422E-ACE4-2E06E11D42B0}" type="presOf" srcId="{9D9BEB85-722B-4459-BA99-496C2236F856}" destId="{9D73751A-7580-45E7-AB44-051DEFD4787E}" srcOrd="0" destOrd="0" presId="urn:microsoft.com/office/officeart/2005/8/layout/lProcess2"/>
    <dgm:cxn modelId="{10C950B2-4261-4497-BC69-97AC8B14A0F2}" srcId="{40F03E77-E94B-4B5D-8318-40F68A4C73E2}" destId="{96919B0F-8803-4344-B36D-4692D4183A56}" srcOrd="0" destOrd="0" parTransId="{E3717184-6D72-4CC8-B47D-024FBE7053A5}" sibTransId="{741338FD-7903-4633-827F-D46EAC9AD274}"/>
    <dgm:cxn modelId="{2AE3C5BC-97FD-4E10-A60F-0817D6F99F69}" srcId="{3E1CB00E-0A13-4CC8-A2C8-52C5979C2F0B}" destId="{71211129-3CC6-4571-A5AF-9105BC8B0B84}" srcOrd="3" destOrd="0" parTransId="{136D08ED-FD18-4D8F-94DB-23F26B31C9FA}" sibTransId="{11B09FCB-076A-441C-A051-0FDC03FCD2C6}"/>
    <dgm:cxn modelId="{49C8F0BC-12A2-406C-ADFF-806188F341CF}" srcId="{96919B0F-8803-4344-B36D-4692D4183A56}" destId="{24088BF0-B2E9-4963-A70F-6729D23A868E}" srcOrd="1" destOrd="0" parTransId="{CBAC1100-8014-4D27-8EA9-07D00075052B}" sibTransId="{B1A3DE92-D1BD-4CB6-B138-0F59F5C5A989}"/>
    <dgm:cxn modelId="{707733C4-D1D7-4E08-8D58-0C3C90EE5F3B}" srcId="{9D9BEB85-722B-4459-BA99-496C2236F856}" destId="{FEB2544F-C030-4E1A-A38D-986C585FA3AC}" srcOrd="0" destOrd="0" parTransId="{C4CDDC9A-F39F-492C-A00B-52B7F9BF8E41}" sibTransId="{80E14303-CF61-4D84-BFF2-933C0EF5207D}"/>
    <dgm:cxn modelId="{2B016DD3-1008-428E-898F-65804630EA83}" srcId="{9D9BEB85-722B-4459-BA99-496C2236F856}" destId="{1E7B9F9E-8444-4FB7-ACCB-0E203ADE8182}" srcOrd="2" destOrd="0" parTransId="{DEAD60F4-01EF-4D8B-8B5F-16CE5DEF7096}" sibTransId="{847D36D0-F3F3-4CE9-808A-13B4F21C0B26}"/>
    <dgm:cxn modelId="{0A5310D8-E11D-493A-82A0-03F6A5888D90}" srcId="{3E1CB00E-0A13-4CC8-A2C8-52C5979C2F0B}" destId="{E4013E79-3920-4B41-9561-0FAAA8F936B5}" srcOrd="0" destOrd="0" parTransId="{93AA43C2-779E-4805-B0DA-93971C47081F}" sibTransId="{6ED5D62E-C981-4068-858D-84BA076C2427}"/>
    <dgm:cxn modelId="{0C2131DE-99FB-48E3-86E8-F11C5A3ED100}" type="presOf" srcId="{C3685013-9CF2-41ED-9F73-A51E521BBFA3}" destId="{49AD5C07-0FB9-4D71-A7E3-97CD98D3BC27}" srcOrd="0" destOrd="0" presId="urn:microsoft.com/office/officeart/2005/8/layout/lProcess2"/>
    <dgm:cxn modelId="{AC3D3CE5-0DE2-42B7-AA24-891CB46E1D0F}" srcId="{96919B0F-8803-4344-B36D-4692D4183A56}" destId="{2A3063DF-73C3-47DB-BC80-D51E6AFC2053}" srcOrd="0" destOrd="0" parTransId="{4AEE985C-25ED-41C5-B7DD-5DC16BA18A5C}" sibTransId="{22D75563-C6A8-4844-B237-011FA2439730}"/>
    <dgm:cxn modelId="{B7E4F7E6-74E1-40AD-891F-25D722E6A812}" type="presOf" srcId="{9D9BEB85-722B-4459-BA99-496C2236F856}" destId="{74FCCB0D-1E5C-45C3-9B62-C4EC63D73E67}" srcOrd="1" destOrd="0" presId="urn:microsoft.com/office/officeart/2005/8/layout/lProcess2"/>
    <dgm:cxn modelId="{373666EB-D1EB-470C-BC98-69404DAABD39}" srcId="{3E1CB00E-0A13-4CC8-A2C8-52C5979C2F0B}" destId="{443F7882-19AB-4016-8118-4C13A49DC7FC}" srcOrd="1" destOrd="0" parTransId="{88FE03D5-6FE4-41C0-9849-3E080C3E595A}" sibTransId="{F1637137-5D21-4C45-AF9C-12699E766683}"/>
    <dgm:cxn modelId="{4EFB2CF2-64E9-469F-86B8-9028AD493E23}" type="presOf" srcId="{FEB2544F-C030-4E1A-A38D-986C585FA3AC}" destId="{C854B35E-B1DD-4183-9B8F-29914FDFDD47}" srcOrd="0" destOrd="0" presId="urn:microsoft.com/office/officeart/2005/8/layout/lProcess2"/>
    <dgm:cxn modelId="{2389AC6D-923C-4086-9C5D-9169EFE6600C}" type="presParOf" srcId="{B477533A-EBE9-40ED-A5AC-8E10948A061F}" destId="{C50068F7-796B-4E78-B6DE-7E2A2479187A}" srcOrd="0" destOrd="0" presId="urn:microsoft.com/office/officeart/2005/8/layout/lProcess2"/>
    <dgm:cxn modelId="{088DFC39-DD2F-42D2-A064-FC1750657F1F}" type="presParOf" srcId="{C50068F7-796B-4E78-B6DE-7E2A2479187A}" destId="{AB86EF22-B37F-40D5-A205-2D35D97FDCBC}" srcOrd="0" destOrd="0" presId="urn:microsoft.com/office/officeart/2005/8/layout/lProcess2"/>
    <dgm:cxn modelId="{995696CE-32F3-4C1B-B324-2115F38CB8FA}" type="presParOf" srcId="{C50068F7-796B-4E78-B6DE-7E2A2479187A}" destId="{8089A4CB-A817-4C56-8F9C-33EB5D8BAB85}" srcOrd="1" destOrd="0" presId="urn:microsoft.com/office/officeart/2005/8/layout/lProcess2"/>
    <dgm:cxn modelId="{E952062F-1BC6-4EC9-BFC5-83E03A03DBFA}" type="presParOf" srcId="{C50068F7-796B-4E78-B6DE-7E2A2479187A}" destId="{AA7105DF-E11C-4FF6-BA51-26E933FC0BD3}" srcOrd="2" destOrd="0" presId="urn:microsoft.com/office/officeart/2005/8/layout/lProcess2"/>
    <dgm:cxn modelId="{E86D3496-7909-40B8-B90A-0316ADC256B3}" type="presParOf" srcId="{AA7105DF-E11C-4FF6-BA51-26E933FC0BD3}" destId="{BA8EE737-4D0B-4F92-9A02-8D91D51C6E48}" srcOrd="0" destOrd="0" presId="urn:microsoft.com/office/officeart/2005/8/layout/lProcess2"/>
    <dgm:cxn modelId="{5C938137-EDF5-45FA-9B19-AAD57DA96542}" type="presParOf" srcId="{BA8EE737-4D0B-4F92-9A02-8D91D51C6E48}" destId="{6EE8C368-7271-4503-A879-8BD1C40DF4D1}" srcOrd="0" destOrd="0" presId="urn:microsoft.com/office/officeart/2005/8/layout/lProcess2"/>
    <dgm:cxn modelId="{F292E422-A25B-4A38-86DE-A4C3160331D1}" type="presParOf" srcId="{BA8EE737-4D0B-4F92-9A02-8D91D51C6E48}" destId="{05A27265-23CD-4D5B-86EB-CF29E1652732}" srcOrd="1" destOrd="0" presId="urn:microsoft.com/office/officeart/2005/8/layout/lProcess2"/>
    <dgm:cxn modelId="{DBFCE5DB-0702-4458-8034-E84393B4D128}" type="presParOf" srcId="{BA8EE737-4D0B-4F92-9A02-8D91D51C6E48}" destId="{1F5FE4C5-C8C0-439A-B37F-1D66FDE327E5}" srcOrd="2" destOrd="0" presId="urn:microsoft.com/office/officeart/2005/8/layout/lProcess2"/>
    <dgm:cxn modelId="{89593081-9A53-45D8-9790-63B1364ECEB8}" type="presParOf" srcId="{BA8EE737-4D0B-4F92-9A02-8D91D51C6E48}" destId="{EE973054-0470-4022-9DF2-E5C19A0C1F97}" srcOrd="3" destOrd="0" presId="urn:microsoft.com/office/officeart/2005/8/layout/lProcess2"/>
    <dgm:cxn modelId="{D9BA29A4-A891-43D4-A899-400C8C172963}" type="presParOf" srcId="{BA8EE737-4D0B-4F92-9A02-8D91D51C6E48}" destId="{49AD5C07-0FB9-4D71-A7E3-97CD98D3BC27}" srcOrd="4" destOrd="0" presId="urn:microsoft.com/office/officeart/2005/8/layout/lProcess2"/>
    <dgm:cxn modelId="{5F6C5176-72E0-4D8A-8CF9-3D1AFA085EA1}" type="presParOf" srcId="{BA8EE737-4D0B-4F92-9A02-8D91D51C6E48}" destId="{FD0C3597-722F-47E1-BE34-EED129639D2F}" srcOrd="5" destOrd="0" presId="urn:microsoft.com/office/officeart/2005/8/layout/lProcess2"/>
    <dgm:cxn modelId="{E2592898-6ADB-4665-844D-5BE417273FA5}" type="presParOf" srcId="{BA8EE737-4D0B-4F92-9A02-8D91D51C6E48}" destId="{A1544959-6854-44FF-BC53-A940B2DA9F5A}" srcOrd="6" destOrd="0" presId="urn:microsoft.com/office/officeart/2005/8/layout/lProcess2"/>
    <dgm:cxn modelId="{BBA12BF1-C32B-4ED6-9F44-8C2B2A6C8C7B}" type="presParOf" srcId="{BA8EE737-4D0B-4F92-9A02-8D91D51C6E48}" destId="{CCC3F54C-F4CF-42FC-96EF-A01F01B670A1}" srcOrd="7" destOrd="0" presId="urn:microsoft.com/office/officeart/2005/8/layout/lProcess2"/>
    <dgm:cxn modelId="{75766661-5650-49DC-BDC3-54F59B954AB1}" type="presParOf" srcId="{BA8EE737-4D0B-4F92-9A02-8D91D51C6E48}" destId="{25DC27AD-30C4-4AC0-9DA4-FCF57B35DABC}" srcOrd="8" destOrd="0" presId="urn:microsoft.com/office/officeart/2005/8/layout/lProcess2"/>
    <dgm:cxn modelId="{C548E8E2-75FF-4D09-B654-90CAB902EA1D}" type="presParOf" srcId="{B477533A-EBE9-40ED-A5AC-8E10948A061F}" destId="{00E88F03-7111-4C6B-9EE6-7D5EB1DCCAD6}" srcOrd="1" destOrd="0" presId="urn:microsoft.com/office/officeart/2005/8/layout/lProcess2"/>
    <dgm:cxn modelId="{15F89CC7-100A-4700-A8B1-4FEA2D1A6F33}" type="presParOf" srcId="{B477533A-EBE9-40ED-A5AC-8E10948A061F}" destId="{565DE078-CA38-492C-9D94-CA828C0DB593}" srcOrd="2" destOrd="0" presId="urn:microsoft.com/office/officeart/2005/8/layout/lProcess2"/>
    <dgm:cxn modelId="{8684F7A7-237C-4D85-8ACE-B43D8EAAA5D8}" type="presParOf" srcId="{565DE078-CA38-492C-9D94-CA828C0DB593}" destId="{9D73751A-7580-45E7-AB44-051DEFD4787E}" srcOrd="0" destOrd="0" presId="urn:microsoft.com/office/officeart/2005/8/layout/lProcess2"/>
    <dgm:cxn modelId="{CDEE7A29-B20F-41D4-9325-F99C8AE8B10B}" type="presParOf" srcId="{565DE078-CA38-492C-9D94-CA828C0DB593}" destId="{74FCCB0D-1E5C-45C3-9B62-C4EC63D73E67}" srcOrd="1" destOrd="0" presId="urn:microsoft.com/office/officeart/2005/8/layout/lProcess2"/>
    <dgm:cxn modelId="{F1729FEF-093F-45C4-917C-E2533226ED9B}" type="presParOf" srcId="{565DE078-CA38-492C-9D94-CA828C0DB593}" destId="{9A5D394F-BB8D-4327-B9E1-06B9ECE280BB}" srcOrd="2" destOrd="0" presId="urn:microsoft.com/office/officeart/2005/8/layout/lProcess2"/>
    <dgm:cxn modelId="{D66AE5ED-A05C-4864-BDED-222854F3C244}" type="presParOf" srcId="{9A5D394F-BB8D-4327-B9E1-06B9ECE280BB}" destId="{02E09A05-5D06-46ED-8C81-A4B354859286}" srcOrd="0" destOrd="0" presId="urn:microsoft.com/office/officeart/2005/8/layout/lProcess2"/>
    <dgm:cxn modelId="{180158D5-7FFA-46AB-B591-4EB694945518}" type="presParOf" srcId="{02E09A05-5D06-46ED-8C81-A4B354859286}" destId="{C854B35E-B1DD-4183-9B8F-29914FDFDD47}" srcOrd="0" destOrd="0" presId="urn:microsoft.com/office/officeart/2005/8/layout/lProcess2"/>
    <dgm:cxn modelId="{AD4190D1-FEA0-4C85-AAB2-A8614C78987D}" type="presParOf" srcId="{02E09A05-5D06-46ED-8C81-A4B354859286}" destId="{206820EA-C3AF-4046-8819-40B3FE65BE45}" srcOrd="1" destOrd="0" presId="urn:microsoft.com/office/officeart/2005/8/layout/lProcess2"/>
    <dgm:cxn modelId="{F529DA16-B8FE-4D76-915B-62A8E84C1481}" type="presParOf" srcId="{02E09A05-5D06-46ED-8C81-A4B354859286}" destId="{5D4DE708-8708-491A-AFE7-295931512452}" srcOrd="2" destOrd="0" presId="urn:microsoft.com/office/officeart/2005/8/layout/lProcess2"/>
    <dgm:cxn modelId="{7F8F2EAC-94DE-46E0-8A58-F756282240EC}" type="presParOf" srcId="{02E09A05-5D06-46ED-8C81-A4B354859286}" destId="{26DB5874-A0D1-4186-96C7-8CB0EE08A191}" srcOrd="3" destOrd="0" presId="urn:microsoft.com/office/officeart/2005/8/layout/lProcess2"/>
    <dgm:cxn modelId="{552D2A78-1FAD-4E52-8A27-C2A13C2B30F2}" type="presParOf" srcId="{02E09A05-5D06-46ED-8C81-A4B354859286}" destId="{A622B57D-FCAD-4F2C-8A8E-8AF6965C07B9}" srcOrd="4" destOrd="0" presId="urn:microsoft.com/office/officeart/2005/8/layout/lProcess2"/>
    <dgm:cxn modelId="{0419038E-B9B2-4321-B34D-E89C7204F22A}" type="presParOf" srcId="{B477533A-EBE9-40ED-A5AC-8E10948A061F}" destId="{2FD6919E-9AE2-45FF-B06C-2B2B99EAEDC1}" srcOrd="3" destOrd="0" presId="urn:microsoft.com/office/officeart/2005/8/layout/lProcess2"/>
    <dgm:cxn modelId="{9DBB11FD-E6B6-40EA-87E8-0A6EAA17E883}" type="presParOf" srcId="{B477533A-EBE9-40ED-A5AC-8E10948A061F}" destId="{21027EE6-05CC-4DB7-A556-5082991D2F2E}" srcOrd="4" destOrd="0" presId="urn:microsoft.com/office/officeart/2005/8/layout/lProcess2"/>
    <dgm:cxn modelId="{D823392B-FE76-4B0A-B003-5E5FE165391E}" type="presParOf" srcId="{21027EE6-05CC-4DB7-A556-5082991D2F2E}" destId="{5F13D3E7-DF5C-4073-A942-82B1930D2B2E}" srcOrd="0" destOrd="0" presId="urn:microsoft.com/office/officeart/2005/8/layout/lProcess2"/>
    <dgm:cxn modelId="{F185C612-1E42-4C7A-AAB1-16AEA8E21DF6}" type="presParOf" srcId="{21027EE6-05CC-4DB7-A556-5082991D2F2E}" destId="{B72ADCF8-F035-4C29-B4A6-D9BC8EA66A17}" srcOrd="1" destOrd="0" presId="urn:microsoft.com/office/officeart/2005/8/layout/lProcess2"/>
    <dgm:cxn modelId="{7E28C102-6BBE-4CBA-A2E4-07CFC3F2AFEB}" type="presParOf" srcId="{21027EE6-05CC-4DB7-A556-5082991D2F2E}" destId="{5CF0F63A-573B-4858-B64A-D8F4A9F1EF1F}" srcOrd="2" destOrd="0" presId="urn:microsoft.com/office/officeart/2005/8/layout/lProcess2"/>
    <dgm:cxn modelId="{C549CF0A-4711-4565-A1B7-E8DBE02AB895}" type="presParOf" srcId="{5CF0F63A-573B-4858-B64A-D8F4A9F1EF1F}" destId="{82A07AAE-E4C8-4F5F-9C64-FD6C915242D1}" srcOrd="0" destOrd="0" presId="urn:microsoft.com/office/officeart/2005/8/layout/lProcess2"/>
    <dgm:cxn modelId="{4B789BAA-C923-4EBB-8735-EEF1C3B9B322}" type="presParOf" srcId="{82A07AAE-E4C8-4F5F-9C64-FD6C915242D1}" destId="{6AB6EB11-6C7E-4248-A6F9-3B49278EBA79}" srcOrd="0" destOrd="0" presId="urn:microsoft.com/office/officeart/2005/8/layout/lProcess2"/>
    <dgm:cxn modelId="{F6558A44-93FC-438A-9198-F7D7E77E246A}" type="presParOf" srcId="{82A07AAE-E4C8-4F5F-9C64-FD6C915242D1}" destId="{58E640B8-57A3-4924-9C9D-74E7EFA90041}" srcOrd="1" destOrd="0" presId="urn:microsoft.com/office/officeart/2005/8/layout/lProcess2"/>
    <dgm:cxn modelId="{B3BEB4DF-B478-4099-B6D5-4793BAD3FCD6}" type="presParOf" srcId="{82A07AAE-E4C8-4F5F-9C64-FD6C915242D1}" destId="{22B3A2B7-F8F1-45FF-A89A-F0A5AD3FAD81}" srcOrd="2" destOrd="0" presId="urn:microsoft.com/office/officeart/2005/8/layout/lProcess2"/>
    <dgm:cxn modelId="{D40C52CB-02DA-48B7-9D78-FF0A8DBE74E7}" type="presParOf" srcId="{82A07AAE-E4C8-4F5F-9C64-FD6C915242D1}" destId="{33D358C3-4093-4403-B160-33B18B848D0B}" srcOrd="3" destOrd="0" presId="urn:microsoft.com/office/officeart/2005/8/layout/lProcess2"/>
    <dgm:cxn modelId="{1EFB1C55-B085-4073-8F1A-9D38066B0F3A}" type="presParOf" srcId="{82A07AAE-E4C8-4F5F-9C64-FD6C915242D1}" destId="{CC2CE485-CE10-45A4-9382-37B88C1879AB}" srcOrd="4" destOrd="0" presId="urn:microsoft.com/office/officeart/2005/8/layout/lProcess2"/>
    <dgm:cxn modelId="{A2628384-0E20-4CB9-891D-782F0AF4B177}" type="presParOf" srcId="{82A07AAE-E4C8-4F5F-9C64-FD6C915242D1}" destId="{EDDB1EE5-B0C0-45E1-8867-9A698361B764}" srcOrd="5" destOrd="0" presId="urn:microsoft.com/office/officeart/2005/8/layout/lProcess2"/>
    <dgm:cxn modelId="{CD7F9E02-9C28-4AC5-93C6-B5C0BEE090E1}" type="presParOf" srcId="{82A07AAE-E4C8-4F5F-9C64-FD6C915242D1}" destId="{D6A21AB8-9E3A-4B35-B305-D4F94C060CD7}"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F1BDFD-73A3-4BB0-A7BC-F2E5B50228F6}"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5F46D132-689B-4B3A-9FE3-077E9E365FC9}">
      <dgm:prSet custT="1"/>
      <dgm:spPr>
        <a:solidFill>
          <a:schemeClr val="accent2">
            <a:lumMod val="40000"/>
            <a:lumOff val="60000"/>
          </a:schemeClr>
        </a:solidFill>
      </dgm:spPr>
      <dgm:t>
        <a:bodyPr/>
        <a:lstStyle/>
        <a:p>
          <a:endParaRPr lang="en-US" sz="1300" dirty="0"/>
        </a:p>
        <a:p>
          <a:r>
            <a:rPr lang="en-US" sz="1400" b="1" dirty="0"/>
            <a:t>AI, </a:t>
          </a:r>
          <a:br>
            <a:rPr lang="en-US" sz="1400" b="1" dirty="0"/>
          </a:br>
          <a:r>
            <a:rPr lang="en-US" sz="1400" b="1" dirty="0"/>
            <a:t>Deep </a:t>
          </a:r>
          <a:br>
            <a:rPr lang="en-US" sz="1400" b="1" dirty="0"/>
          </a:br>
          <a:r>
            <a:rPr lang="en-US" sz="1400" b="1" dirty="0"/>
            <a:t>Learning</a:t>
          </a:r>
        </a:p>
      </dgm:t>
    </dgm:pt>
    <dgm:pt modelId="{AB1FD387-C7CE-4396-9F5B-2AA834A0D2A9}" type="parTrans" cxnId="{7130F88B-1040-4C39-B1F9-D6B15AAED9AE}">
      <dgm:prSet/>
      <dgm:spPr/>
      <dgm:t>
        <a:bodyPr/>
        <a:lstStyle/>
        <a:p>
          <a:endParaRPr lang="en-US"/>
        </a:p>
      </dgm:t>
    </dgm:pt>
    <dgm:pt modelId="{78EE9C6E-84C2-44CD-9D16-D1717EAEF702}" type="sibTrans" cxnId="{7130F88B-1040-4C39-B1F9-D6B15AAED9AE}">
      <dgm:prSet/>
      <dgm:spPr/>
      <dgm:t>
        <a:bodyPr/>
        <a:lstStyle/>
        <a:p>
          <a:endParaRPr lang="en-US"/>
        </a:p>
      </dgm:t>
    </dgm:pt>
    <dgm:pt modelId="{A46CD280-FD25-425F-A39F-C42A1A76F87A}">
      <dgm:prSet custT="1"/>
      <dgm:spPr>
        <a:solidFill>
          <a:schemeClr val="accent2">
            <a:lumMod val="60000"/>
            <a:lumOff val="40000"/>
          </a:schemeClr>
        </a:solidFill>
      </dgm:spPr>
      <dgm:t>
        <a:bodyPr/>
        <a:lstStyle/>
        <a:p>
          <a:r>
            <a:rPr lang="en-US" sz="1300" b="1" dirty="0">
              <a:solidFill>
                <a:srgbClr val="24323E"/>
              </a:solidFill>
            </a:rPr>
            <a:t>A/B Testing, Experimentation, </a:t>
          </a:r>
          <a:br>
            <a:rPr lang="en-US" sz="1300" b="1" dirty="0">
              <a:solidFill>
                <a:srgbClr val="24323E"/>
              </a:solidFill>
            </a:rPr>
          </a:br>
          <a:r>
            <a:rPr lang="en-US" sz="1300" b="1" dirty="0">
              <a:solidFill>
                <a:srgbClr val="24323E"/>
              </a:solidFill>
            </a:rPr>
            <a:t>Simple ML Algorithms</a:t>
          </a:r>
        </a:p>
      </dgm:t>
    </dgm:pt>
    <dgm:pt modelId="{F42959D3-8480-43A3-9360-7246A5CDBC5F}" type="parTrans" cxnId="{BD78A5E0-64CE-4D89-8DEE-FA2B3AC46D48}">
      <dgm:prSet/>
      <dgm:spPr/>
      <dgm:t>
        <a:bodyPr/>
        <a:lstStyle/>
        <a:p>
          <a:endParaRPr lang="en-US"/>
        </a:p>
      </dgm:t>
    </dgm:pt>
    <dgm:pt modelId="{BADADB51-06D5-4CDF-9CF6-84015F2E45BF}" type="sibTrans" cxnId="{BD78A5E0-64CE-4D89-8DEE-FA2B3AC46D48}">
      <dgm:prSet/>
      <dgm:spPr/>
      <dgm:t>
        <a:bodyPr/>
        <a:lstStyle/>
        <a:p>
          <a:endParaRPr lang="en-US"/>
        </a:p>
      </dgm:t>
    </dgm:pt>
    <dgm:pt modelId="{0C9972B1-BAD3-4A4E-A394-035173AE14A5}">
      <dgm:prSet custT="1"/>
      <dgm:spPr>
        <a:solidFill>
          <a:srgbClr val="F67132"/>
        </a:solidFill>
      </dgm:spPr>
      <dgm:t>
        <a:bodyPr/>
        <a:lstStyle/>
        <a:p>
          <a:r>
            <a:rPr lang="en-US" sz="1500" b="1" dirty="0">
              <a:solidFill>
                <a:schemeClr val="bg1"/>
              </a:solidFill>
            </a:rPr>
            <a:t>Analytics, Metrics, </a:t>
          </a:r>
          <a:br>
            <a:rPr lang="en-US" sz="1500" b="1" dirty="0">
              <a:solidFill>
                <a:schemeClr val="bg1"/>
              </a:solidFill>
            </a:rPr>
          </a:br>
          <a:r>
            <a:rPr lang="en-US" sz="1500" b="1" dirty="0">
              <a:solidFill>
                <a:schemeClr val="bg1"/>
              </a:solidFill>
            </a:rPr>
            <a:t>Segments, Aggregates, Features, Training Data</a:t>
          </a:r>
        </a:p>
      </dgm:t>
    </dgm:pt>
    <dgm:pt modelId="{7F38AA24-8194-44FB-A9B1-8F22304744AF}" type="parTrans" cxnId="{C6F20AEB-5EEF-4319-916B-6D9C09E1DE2A}">
      <dgm:prSet/>
      <dgm:spPr/>
      <dgm:t>
        <a:bodyPr/>
        <a:lstStyle/>
        <a:p>
          <a:endParaRPr lang="en-US"/>
        </a:p>
      </dgm:t>
    </dgm:pt>
    <dgm:pt modelId="{AC537F0E-0B92-43F3-A93A-CB0BAA2C2680}" type="sibTrans" cxnId="{C6F20AEB-5EEF-4319-916B-6D9C09E1DE2A}">
      <dgm:prSet/>
      <dgm:spPr/>
      <dgm:t>
        <a:bodyPr/>
        <a:lstStyle/>
        <a:p>
          <a:endParaRPr lang="en-US"/>
        </a:p>
      </dgm:t>
    </dgm:pt>
    <dgm:pt modelId="{44955323-CB80-4D36-ABC5-80CAD6531D71}">
      <dgm:prSet custT="1"/>
      <dgm:spPr>
        <a:solidFill>
          <a:schemeClr val="accent5">
            <a:lumMod val="75000"/>
          </a:schemeClr>
        </a:solidFill>
      </dgm:spPr>
      <dgm:t>
        <a:bodyPr/>
        <a:lstStyle/>
        <a:p>
          <a:r>
            <a:rPr lang="en-US" sz="1400" b="1" dirty="0">
              <a:solidFill>
                <a:schemeClr val="bg1"/>
              </a:solidFill>
            </a:rPr>
            <a:t>Cleaning, Anomaly Detection, Prep</a:t>
          </a:r>
        </a:p>
      </dgm:t>
    </dgm:pt>
    <dgm:pt modelId="{E3F1BD35-5D37-4BCE-8AC8-843FCDC5B9BF}" type="parTrans" cxnId="{61DAD5E3-DFC8-4453-A949-67ACB0B44C2F}">
      <dgm:prSet/>
      <dgm:spPr/>
      <dgm:t>
        <a:bodyPr/>
        <a:lstStyle/>
        <a:p>
          <a:endParaRPr lang="en-US"/>
        </a:p>
      </dgm:t>
    </dgm:pt>
    <dgm:pt modelId="{9DA7EB8F-BF3D-4D96-9C02-D524FC05A158}" type="sibTrans" cxnId="{61DAD5E3-DFC8-4453-A949-67ACB0B44C2F}">
      <dgm:prSet/>
      <dgm:spPr/>
      <dgm:t>
        <a:bodyPr/>
        <a:lstStyle/>
        <a:p>
          <a:endParaRPr lang="en-US"/>
        </a:p>
      </dgm:t>
    </dgm:pt>
    <dgm:pt modelId="{1486369C-B000-4557-ABB6-69D3A8A604E6}">
      <dgm:prSet custT="1"/>
      <dgm:spPr>
        <a:solidFill>
          <a:schemeClr val="accent5">
            <a:lumMod val="50000"/>
          </a:schemeClr>
        </a:solidFill>
      </dgm:spPr>
      <dgm:t>
        <a:bodyPr/>
        <a:lstStyle/>
        <a:p>
          <a:r>
            <a:rPr lang="en-US" sz="1400" b="1" dirty="0">
              <a:solidFill>
                <a:schemeClr val="bg1"/>
              </a:solidFill>
            </a:rPr>
            <a:t>Reliable Data Flow, Infrastructure, Pipelines, </a:t>
          </a:r>
          <a:br>
            <a:rPr lang="en-US" sz="1400" b="1" dirty="0">
              <a:solidFill>
                <a:schemeClr val="bg1"/>
              </a:solidFill>
            </a:rPr>
          </a:br>
          <a:r>
            <a:rPr lang="en-US" sz="1400" b="1" dirty="0">
              <a:solidFill>
                <a:schemeClr val="bg1"/>
              </a:solidFill>
            </a:rPr>
            <a:t>ETL, Structured &amp; Unstructured Data Storage</a:t>
          </a:r>
        </a:p>
      </dgm:t>
    </dgm:pt>
    <dgm:pt modelId="{1B447597-2DC2-49C2-ABFA-E838B6D60518}" type="parTrans" cxnId="{712F7A0E-2998-4086-9BD5-4547042EFCD6}">
      <dgm:prSet/>
      <dgm:spPr/>
      <dgm:t>
        <a:bodyPr/>
        <a:lstStyle/>
        <a:p>
          <a:endParaRPr lang="en-US"/>
        </a:p>
      </dgm:t>
    </dgm:pt>
    <dgm:pt modelId="{4FBAD2D8-DB60-4CA5-86C9-2220E0DE3BA9}" type="sibTrans" cxnId="{712F7A0E-2998-4086-9BD5-4547042EFCD6}">
      <dgm:prSet/>
      <dgm:spPr/>
      <dgm:t>
        <a:bodyPr/>
        <a:lstStyle/>
        <a:p>
          <a:endParaRPr lang="en-US"/>
        </a:p>
      </dgm:t>
    </dgm:pt>
    <dgm:pt modelId="{5DCA63F9-1FBF-487B-94E4-F43E6E82D023}">
      <dgm:prSet custT="1"/>
      <dgm:spPr>
        <a:solidFill>
          <a:srgbClr val="24323E"/>
        </a:solidFill>
      </dgm:spPr>
      <dgm:t>
        <a:bodyPr/>
        <a:lstStyle/>
        <a:p>
          <a:r>
            <a:rPr lang="en-US" sz="1600" b="1" dirty="0">
              <a:solidFill>
                <a:schemeClr val="bg1"/>
              </a:solidFill>
            </a:rPr>
            <a:t>Instrumentation, Logging, Sensors, </a:t>
          </a:r>
          <a:br>
            <a:rPr lang="en-US" sz="1600" b="1" dirty="0">
              <a:solidFill>
                <a:schemeClr val="bg1"/>
              </a:solidFill>
            </a:rPr>
          </a:br>
          <a:r>
            <a:rPr lang="en-US" sz="1600" b="1" dirty="0">
              <a:solidFill>
                <a:schemeClr val="bg1"/>
              </a:solidFill>
            </a:rPr>
            <a:t>External Data, User-Generated Content</a:t>
          </a:r>
        </a:p>
      </dgm:t>
    </dgm:pt>
    <dgm:pt modelId="{A10E6678-DEBE-4622-8AA2-EF327664F23F}" type="parTrans" cxnId="{2CCFBF0D-5C39-4181-87C8-9CB877650300}">
      <dgm:prSet/>
      <dgm:spPr/>
      <dgm:t>
        <a:bodyPr/>
        <a:lstStyle/>
        <a:p>
          <a:endParaRPr lang="en-US"/>
        </a:p>
      </dgm:t>
    </dgm:pt>
    <dgm:pt modelId="{0C70FB6A-48CE-4D9F-96A0-3B07662C4DF2}" type="sibTrans" cxnId="{2CCFBF0D-5C39-4181-87C8-9CB877650300}">
      <dgm:prSet/>
      <dgm:spPr/>
      <dgm:t>
        <a:bodyPr/>
        <a:lstStyle/>
        <a:p>
          <a:endParaRPr lang="en-US"/>
        </a:p>
      </dgm:t>
    </dgm:pt>
    <dgm:pt modelId="{238D5087-276B-46CB-83B4-5226FEA27A1C}" type="pres">
      <dgm:prSet presAssocID="{4FF1BDFD-73A3-4BB0-A7BC-F2E5B50228F6}" presName="Name0" presStyleCnt="0">
        <dgm:presLayoutVars>
          <dgm:dir/>
          <dgm:animLvl val="lvl"/>
          <dgm:resizeHandles val="exact"/>
        </dgm:presLayoutVars>
      </dgm:prSet>
      <dgm:spPr/>
    </dgm:pt>
    <dgm:pt modelId="{683E2A0F-E8DE-481A-8556-045C8762AD7D}" type="pres">
      <dgm:prSet presAssocID="{5F46D132-689B-4B3A-9FE3-077E9E365FC9}" presName="Name8" presStyleCnt="0"/>
      <dgm:spPr/>
    </dgm:pt>
    <dgm:pt modelId="{9C864F07-E847-4E7A-AF2C-D3AEFEE2FFAC}" type="pres">
      <dgm:prSet presAssocID="{5F46D132-689B-4B3A-9FE3-077E9E365FC9}" presName="level" presStyleLbl="node1" presStyleIdx="0" presStyleCnt="6" custScaleY="145572">
        <dgm:presLayoutVars>
          <dgm:chMax val="1"/>
          <dgm:bulletEnabled val="1"/>
        </dgm:presLayoutVars>
      </dgm:prSet>
      <dgm:spPr/>
    </dgm:pt>
    <dgm:pt modelId="{D781B35A-1B18-4AC5-B27B-ACB7EDAE22B6}" type="pres">
      <dgm:prSet presAssocID="{5F46D132-689B-4B3A-9FE3-077E9E365FC9}" presName="levelTx" presStyleLbl="revTx" presStyleIdx="0" presStyleCnt="0">
        <dgm:presLayoutVars>
          <dgm:chMax val="1"/>
          <dgm:bulletEnabled val="1"/>
        </dgm:presLayoutVars>
      </dgm:prSet>
      <dgm:spPr/>
    </dgm:pt>
    <dgm:pt modelId="{9A6815A6-75FF-4D98-842F-BAE7E12FAA15}" type="pres">
      <dgm:prSet presAssocID="{A46CD280-FD25-425F-A39F-C42A1A76F87A}" presName="Name8" presStyleCnt="0"/>
      <dgm:spPr/>
    </dgm:pt>
    <dgm:pt modelId="{0E7203FD-F10C-42F5-B246-FED48A1BF1A5}" type="pres">
      <dgm:prSet presAssocID="{A46CD280-FD25-425F-A39F-C42A1A76F87A}" presName="level" presStyleLbl="node1" presStyleIdx="1" presStyleCnt="6">
        <dgm:presLayoutVars>
          <dgm:chMax val="1"/>
          <dgm:bulletEnabled val="1"/>
        </dgm:presLayoutVars>
      </dgm:prSet>
      <dgm:spPr/>
    </dgm:pt>
    <dgm:pt modelId="{BB143CB2-C769-4534-9D4F-9E3693BDD005}" type="pres">
      <dgm:prSet presAssocID="{A46CD280-FD25-425F-A39F-C42A1A76F87A}" presName="levelTx" presStyleLbl="revTx" presStyleIdx="0" presStyleCnt="0">
        <dgm:presLayoutVars>
          <dgm:chMax val="1"/>
          <dgm:bulletEnabled val="1"/>
        </dgm:presLayoutVars>
      </dgm:prSet>
      <dgm:spPr/>
    </dgm:pt>
    <dgm:pt modelId="{2F27198A-981D-47C0-9C5F-92EDE583FC77}" type="pres">
      <dgm:prSet presAssocID="{0C9972B1-BAD3-4A4E-A394-035173AE14A5}" presName="Name8" presStyleCnt="0"/>
      <dgm:spPr/>
    </dgm:pt>
    <dgm:pt modelId="{106C3ABE-6F8E-4F9F-9A10-EC0E0CB015EA}" type="pres">
      <dgm:prSet presAssocID="{0C9972B1-BAD3-4A4E-A394-035173AE14A5}" presName="level" presStyleLbl="node1" presStyleIdx="2" presStyleCnt="6">
        <dgm:presLayoutVars>
          <dgm:chMax val="1"/>
          <dgm:bulletEnabled val="1"/>
        </dgm:presLayoutVars>
      </dgm:prSet>
      <dgm:spPr/>
    </dgm:pt>
    <dgm:pt modelId="{C2A916D6-2FC2-40EB-8F99-AD14949AB66E}" type="pres">
      <dgm:prSet presAssocID="{0C9972B1-BAD3-4A4E-A394-035173AE14A5}" presName="levelTx" presStyleLbl="revTx" presStyleIdx="0" presStyleCnt="0">
        <dgm:presLayoutVars>
          <dgm:chMax val="1"/>
          <dgm:bulletEnabled val="1"/>
        </dgm:presLayoutVars>
      </dgm:prSet>
      <dgm:spPr/>
    </dgm:pt>
    <dgm:pt modelId="{86A01925-743E-474D-8A2B-E05EB9FFF685}" type="pres">
      <dgm:prSet presAssocID="{44955323-CB80-4D36-ABC5-80CAD6531D71}" presName="Name8" presStyleCnt="0"/>
      <dgm:spPr/>
    </dgm:pt>
    <dgm:pt modelId="{E2F40685-9B91-4D29-8509-0D7C681BCE49}" type="pres">
      <dgm:prSet presAssocID="{44955323-CB80-4D36-ABC5-80CAD6531D71}" presName="level" presStyleLbl="node1" presStyleIdx="3" presStyleCnt="6" custScaleY="62088">
        <dgm:presLayoutVars>
          <dgm:chMax val="1"/>
          <dgm:bulletEnabled val="1"/>
        </dgm:presLayoutVars>
      </dgm:prSet>
      <dgm:spPr/>
    </dgm:pt>
    <dgm:pt modelId="{A755A740-4237-4345-873B-1CC725CC1A7C}" type="pres">
      <dgm:prSet presAssocID="{44955323-CB80-4D36-ABC5-80CAD6531D71}" presName="levelTx" presStyleLbl="revTx" presStyleIdx="0" presStyleCnt="0">
        <dgm:presLayoutVars>
          <dgm:chMax val="1"/>
          <dgm:bulletEnabled val="1"/>
        </dgm:presLayoutVars>
      </dgm:prSet>
      <dgm:spPr/>
    </dgm:pt>
    <dgm:pt modelId="{8689DBEF-0117-44E1-A300-7EB214662282}" type="pres">
      <dgm:prSet presAssocID="{1486369C-B000-4557-ABB6-69D3A8A604E6}" presName="Name8" presStyleCnt="0"/>
      <dgm:spPr/>
    </dgm:pt>
    <dgm:pt modelId="{CD3F9DF1-4086-42C4-BBFF-4E1C43B018F3}" type="pres">
      <dgm:prSet presAssocID="{1486369C-B000-4557-ABB6-69D3A8A604E6}" presName="level" presStyleLbl="node1" presStyleIdx="4" presStyleCnt="6">
        <dgm:presLayoutVars>
          <dgm:chMax val="1"/>
          <dgm:bulletEnabled val="1"/>
        </dgm:presLayoutVars>
      </dgm:prSet>
      <dgm:spPr/>
    </dgm:pt>
    <dgm:pt modelId="{122F4872-3F58-4318-9BA4-82BD72878D5C}" type="pres">
      <dgm:prSet presAssocID="{1486369C-B000-4557-ABB6-69D3A8A604E6}" presName="levelTx" presStyleLbl="revTx" presStyleIdx="0" presStyleCnt="0">
        <dgm:presLayoutVars>
          <dgm:chMax val="1"/>
          <dgm:bulletEnabled val="1"/>
        </dgm:presLayoutVars>
      </dgm:prSet>
      <dgm:spPr/>
    </dgm:pt>
    <dgm:pt modelId="{D1731149-600C-4005-AA17-4F2E5457FD97}" type="pres">
      <dgm:prSet presAssocID="{5DCA63F9-1FBF-487B-94E4-F43E6E82D023}" presName="Name8" presStyleCnt="0"/>
      <dgm:spPr/>
    </dgm:pt>
    <dgm:pt modelId="{CA7E92EB-4DD1-462F-97CD-D8F1EA8A700B}" type="pres">
      <dgm:prSet presAssocID="{5DCA63F9-1FBF-487B-94E4-F43E6E82D023}" presName="level" presStyleLbl="node1" presStyleIdx="5" presStyleCnt="6">
        <dgm:presLayoutVars>
          <dgm:chMax val="1"/>
          <dgm:bulletEnabled val="1"/>
        </dgm:presLayoutVars>
      </dgm:prSet>
      <dgm:spPr/>
    </dgm:pt>
    <dgm:pt modelId="{47032953-B39D-47F2-B697-44D4519898D0}" type="pres">
      <dgm:prSet presAssocID="{5DCA63F9-1FBF-487B-94E4-F43E6E82D023}" presName="levelTx" presStyleLbl="revTx" presStyleIdx="0" presStyleCnt="0">
        <dgm:presLayoutVars>
          <dgm:chMax val="1"/>
          <dgm:bulletEnabled val="1"/>
        </dgm:presLayoutVars>
      </dgm:prSet>
      <dgm:spPr/>
    </dgm:pt>
  </dgm:ptLst>
  <dgm:cxnLst>
    <dgm:cxn modelId="{2CCFBF0D-5C39-4181-87C8-9CB877650300}" srcId="{4FF1BDFD-73A3-4BB0-A7BC-F2E5B50228F6}" destId="{5DCA63F9-1FBF-487B-94E4-F43E6E82D023}" srcOrd="5" destOrd="0" parTransId="{A10E6678-DEBE-4622-8AA2-EF327664F23F}" sibTransId="{0C70FB6A-48CE-4D9F-96A0-3B07662C4DF2}"/>
    <dgm:cxn modelId="{712F7A0E-2998-4086-9BD5-4547042EFCD6}" srcId="{4FF1BDFD-73A3-4BB0-A7BC-F2E5B50228F6}" destId="{1486369C-B000-4557-ABB6-69D3A8A604E6}" srcOrd="4" destOrd="0" parTransId="{1B447597-2DC2-49C2-ABFA-E838B6D60518}" sibTransId="{4FBAD2D8-DB60-4CA5-86C9-2220E0DE3BA9}"/>
    <dgm:cxn modelId="{F43A4813-34AE-434E-B048-13C99811A7B7}" type="presOf" srcId="{5DCA63F9-1FBF-487B-94E4-F43E6E82D023}" destId="{CA7E92EB-4DD1-462F-97CD-D8F1EA8A700B}" srcOrd="0" destOrd="0" presId="urn:microsoft.com/office/officeart/2005/8/layout/pyramid1"/>
    <dgm:cxn modelId="{9C3B931D-37FC-4214-8C43-024C9AA31B09}" type="presOf" srcId="{44955323-CB80-4D36-ABC5-80CAD6531D71}" destId="{A755A740-4237-4345-873B-1CC725CC1A7C}" srcOrd="1" destOrd="0" presId="urn:microsoft.com/office/officeart/2005/8/layout/pyramid1"/>
    <dgm:cxn modelId="{AB972D34-62E9-4115-BED2-12320ACFAB25}" type="presOf" srcId="{0C9972B1-BAD3-4A4E-A394-035173AE14A5}" destId="{106C3ABE-6F8E-4F9F-9A10-EC0E0CB015EA}" srcOrd="0" destOrd="0" presId="urn:microsoft.com/office/officeart/2005/8/layout/pyramid1"/>
    <dgm:cxn modelId="{035A9440-07F6-44E0-B4CB-1564254D9318}" type="presOf" srcId="{A46CD280-FD25-425F-A39F-C42A1A76F87A}" destId="{BB143CB2-C769-4534-9D4F-9E3693BDD005}" srcOrd="1" destOrd="0" presId="urn:microsoft.com/office/officeart/2005/8/layout/pyramid1"/>
    <dgm:cxn modelId="{05EEA442-4A06-45D0-8AA0-78D9558278A8}" type="presOf" srcId="{5DCA63F9-1FBF-487B-94E4-F43E6E82D023}" destId="{47032953-B39D-47F2-B697-44D4519898D0}" srcOrd="1" destOrd="0" presId="urn:microsoft.com/office/officeart/2005/8/layout/pyramid1"/>
    <dgm:cxn modelId="{5D9A3160-40FE-4F2D-8870-E31AE27E436E}" type="presOf" srcId="{5F46D132-689B-4B3A-9FE3-077E9E365FC9}" destId="{D781B35A-1B18-4AC5-B27B-ACB7EDAE22B6}" srcOrd="1" destOrd="0" presId="urn:microsoft.com/office/officeart/2005/8/layout/pyramid1"/>
    <dgm:cxn modelId="{744D6072-AA86-4448-8249-B992A8327D5E}" type="presOf" srcId="{A46CD280-FD25-425F-A39F-C42A1A76F87A}" destId="{0E7203FD-F10C-42F5-B246-FED48A1BF1A5}" srcOrd="0" destOrd="0" presId="urn:microsoft.com/office/officeart/2005/8/layout/pyramid1"/>
    <dgm:cxn modelId="{C28DE486-3CF5-4F53-BA8C-BC6A522DC141}" type="presOf" srcId="{1486369C-B000-4557-ABB6-69D3A8A604E6}" destId="{CD3F9DF1-4086-42C4-BBFF-4E1C43B018F3}" srcOrd="0" destOrd="0" presId="urn:microsoft.com/office/officeart/2005/8/layout/pyramid1"/>
    <dgm:cxn modelId="{8FA65288-1D80-4ED5-A900-10F9B8B9ED40}" type="presOf" srcId="{0C9972B1-BAD3-4A4E-A394-035173AE14A5}" destId="{C2A916D6-2FC2-40EB-8F99-AD14949AB66E}" srcOrd="1" destOrd="0" presId="urn:microsoft.com/office/officeart/2005/8/layout/pyramid1"/>
    <dgm:cxn modelId="{7130F88B-1040-4C39-B1F9-D6B15AAED9AE}" srcId="{4FF1BDFD-73A3-4BB0-A7BC-F2E5B50228F6}" destId="{5F46D132-689B-4B3A-9FE3-077E9E365FC9}" srcOrd="0" destOrd="0" parTransId="{AB1FD387-C7CE-4396-9F5B-2AA834A0D2A9}" sibTransId="{78EE9C6E-84C2-44CD-9D16-D1717EAEF702}"/>
    <dgm:cxn modelId="{9A7517C7-8943-478E-B13F-23EF804E5E1E}" type="presOf" srcId="{4FF1BDFD-73A3-4BB0-A7BC-F2E5B50228F6}" destId="{238D5087-276B-46CB-83B4-5226FEA27A1C}" srcOrd="0" destOrd="0" presId="urn:microsoft.com/office/officeart/2005/8/layout/pyramid1"/>
    <dgm:cxn modelId="{3F4439D3-468C-4E66-A2B8-BC3ED7D12612}" type="presOf" srcId="{1486369C-B000-4557-ABB6-69D3A8A604E6}" destId="{122F4872-3F58-4318-9BA4-82BD72878D5C}" srcOrd="1" destOrd="0" presId="urn:microsoft.com/office/officeart/2005/8/layout/pyramid1"/>
    <dgm:cxn modelId="{2C810DD5-1619-45CD-A0BE-A7641A1979DF}" type="presOf" srcId="{44955323-CB80-4D36-ABC5-80CAD6531D71}" destId="{E2F40685-9B91-4D29-8509-0D7C681BCE49}" srcOrd="0" destOrd="0" presId="urn:microsoft.com/office/officeart/2005/8/layout/pyramid1"/>
    <dgm:cxn modelId="{81F3B6DF-6071-4384-BDA5-8B081A12BDFF}" type="presOf" srcId="{5F46D132-689B-4B3A-9FE3-077E9E365FC9}" destId="{9C864F07-E847-4E7A-AF2C-D3AEFEE2FFAC}" srcOrd="0" destOrd="0" presId="urn:microsoft.com/office/officeart/2005/8/layout/pyramid1"/>
    <dgm:cxn modelId="{BD78A5E0-64CE-4D89-8DEE-FA2B3AC46D48}" srcId="{4FF1BDFD-73A3-4BB0-A7BC-F2E5B50228F6}" destId="{A46CD280-FD25-425F-A39F-C42A1A76F87A}" srcOrd="1" destOrd="0" parTransId="{F42959D3-8480-43A3-9360-7246A5CDBC5F}" sibTransId="{BADADB51-06D5-4CDF-9CF6-84015F2E45BF}"/>
    <dgm:cxn modelId="{61DAD5E3-DFC8-4453-A949-67ACB0B44C2F}" srcId="{4FF1BDFD-73A3-4BB0-A7BC-F2E5B50228F6}" destId="{44955323-CB80-4D36-ABC5-80CAD6531D71}" srcOrd="3" destOrd="0" parTransId="{E3F1BD35-5D37-4BCE-8AC8-843FCDC5B9BF}" sibTransId="{9DA7EB8F-BF3D-4D96-9C02-D524FC05A158}"/>
    <dgm:cxn modelId="{C6F20AEB-5EEF-4319-916B-6D9C09E1DE2A}" srcId="{4FF1BDFD-73A3-4BB0-A7BC-F2E5B50228F6}" destId="{0C9972B1-BAD3-4A4E-A394-035173AE14A5}" srcOrd="2" destOrd="0" parTransId="{7F38AA24-8194-44FB-A9B1-8F22304744AF}" sibTransId="{AC537F0E-0B92-43F3-A93A-CB0BAA2C2680}"/>
    <dgm:cxn modelId="{7013B364-450B-4771-A73C-9F583ABEDC8B}" type="presParOf" srcId="{238D5087-276B-46CB-83B4-5226FEA27A1C}" destId="{683E2A0F-E8DE-481A-8556-045C8762AD7D}" srcOrd="0" destOrd="0" presId="urn:microsoft.com/office/officeart/2005/8/layout/pyramid1"/>
    <dgm:cxn modelId="{19508A62-142A-47B5-A685-6AF45333483D}" type="presParOf" srcId="{683E2A0F-E8DE-481A-8556-045C8762AD7D}" destId="{9C864F07-E847-4E7A-AF2C-D3AEFEE2FFAC}" srcOrd="0" destOrd="0" presId="urn:microsoft.com/office/officeart/2005/8/layout/pyramid1"/>
    <dgm:cxn modelId="{FA7A965C-6045-49EB-ACD7-4A95873AF9E1}" type="presParOf" srcId="{683E2A0F-E8DE-481A-8556-045C8762AD7D}" destId="{D781B35A-1B18-4AC5-B27B-ACB7EDAE22B6}" srcOrd="1" destOrd="0" presId="urn:microsoft.com/office/officeart/2005/8/layout/pyramid1"/>
    <dgm:cxn modelId="{67C9ACBE-B066-4686-AC73-BBDE678E087E}" type="presParOf" srcId="{238D5087-276B-46CB-83B4-5226FEA27A1C}" destId="{9A6815A6-75FF-4D98-842F-BAE7E12FAA15}" srcOrd="1" destOrd="0" presId="urn:microsoft.com/office/officeart/2005/8/layout/pyramid1"/>
    <dgm:cxn modelId="{CA867121-7145-43F2-A1C2-5DCDD44F6E55}" type="presParOf" srcId="{9A6815A6-75FF-4D98-842F-BAE7E12FAA15}" destId="{0E7203FD-F10C-42F5-B246-FED48A1BF1A5}" srcOrd="0" destOrd="0" presId="urn:microsoft.com/office/officeart/2005/8/layout/pyramid1"/>
    <dgm:cxn modelId="{E8C9E7ED-A538-4ADA-9C94-10EA8B526794}" type="presParOf" srcId="{9A6815A6-75FF-4D98-842F-BAE7E12FAA15}" destId="{BB143CB2-C769-4534-9D4F-9E3693BDD005}" srcOrd="1" destOrd="0" presId="urn:microsoft.com/office/officeart/2005/8/layout/pyramid1"/>
    <dgm:cxn modelId="{D24E2641-C30E-4266-BD8D-EDBEDBE3E2D1}" type="presParOf" srcId="{238D5087-276B-46CB-83B4-5226FEA27A1C}" destId="{2F27198A-981D-47C0-9C5F-92EDE583FC77}" srcOrd="2" destOrd="0" presId="urn:microsoft.com/office/officeart/2005/8/layout/pyramid1"/>
    <dgm:cxn modelId="{E78D85F5-0F26-403E-A102-5395440145A8}" type="presParOf" srcId="{2F27198A-981D-47C0-9C5F-92EDE583FC77}" destId="{106C3ABE-6F8E-4F9F-9A10-EC0E0CB015EA}" srcOrd="0" destOrd="0" presId="urn:microsoft.com/office/officeart/2005/8/layout/pyramid1"/>
    <dgm:cxn modelId="{AD30AF78-67D3-4148-9CA7-0B93F110EDB2}" type="presParOf" srcId="{2F27198A-981D-47C0-9C5F-92EDE583FC77}" destId="{C2A916D6-2FC2-40EB-8F99-AD14949AB66E}" srcOrd="1" destOrd="0" presId="urn:microsoft.com/office/officeart/2005/8/layout/pyramid1"/>
    <dgm:cxn modelId="{8BBAF9F8-729A-43C0-868F-6AFB482294E2}" type="presParOf" srcId="{238D5087-276B-46CB-83B4-5226FEA27A1C}" destId="{86A01925-743E-474D-8A2B-E05EB9FFF685}" srcOrd="3" destOrd="0" presId="urn:microsoft.com/office/officeart/2005/8/layout/pyramid1"/>
    <dgm:cxn modelId="{280E1EEE-CE9D-443D-829C-38AFFA5A2635}" type="presParOf" srcId="{86A01925-743E-474D-8A2B-E05EB9FFF685}" destId="{E2F40685-9B91-4D29-8509-0D7C681BCE49}" srcOrd="0" destOrd="0" presId="urn:microsoft.com/office/officeart/2005/8/layout/pyramid1"/>
    <dgm:cxn modelId="{57511A73-BDA6-434B-BB75-8DF12A79DB53}" type="presParOf" srcId="{86A01925-743E-474D-8A2B-E05EB9FFF685}" destId="{A755A740-4237-4345-873B-1CC725CC1A7C}" srcOrd="1" destOrd="0" presId="urn:microsoft.com/office/officeart/2005/8/layout/pyramid1"/>
    <dgm:cxn modelId="{29EEEEF2-92E6-4878-ABBF-9E04C67F2844}" type="presParOf" srcId="{238D5087-276B-46CB-83B4-5226FEA27A1C}" destId="{8689DBEF-0117-44E1-A300-7EB214662282}" srcOrd="4" destOrd="0" presId="urn:microsoft.com/office/officeart/2005/8/layout/pyramid1"/>
    <dgm:cxn modelId="{6B987685-BCB6-4CA0-9814-5557813B324A}" type="presParOf" srcId="{8689DBEF-0117-44E1-A300-7EB214662282}" destId="{CD3F9DF1-4086-42C4-BBFF-4E1C43B018F3}" srcOrd="0" destOrd="0" presId="urn:microsoft.com/office/officeart/2005/8/layout/pyramid1"/>
    <dgm:cxn modelId="{C3CB6F54-F057-47FD-B8E3-05A66AC4A62F}" type="presParOf" srcId="{8689DBEF-0117-44E1-A300-7EB214662282}" destId="{122F4872-3F58-4318-9BA4-82BD72878D5C}" srcOrd="1" destOrd="0" presId="urn:microsoft.com/office/officeart/2005/8/layout/pyramid1"/>
    <dgm:cxn modelId="{25DF1E9B-6549-4C29-BEC2-F9DEBEBBB9D0}" type="presParOf" srcId="{238D5087-276B-46CB-83B4-5226FEA27A1C}" destId="{D1731149-600C-4005-AA17-4F2E5457FD97}" srcOrd="5" destOrd="0" presId="urn:microsoft.com/office/officeart/2005/8/layout/pyramid1"/>
    <dgm:cxn modelId="{B6371A73-BEC4-4934-977A-5CFA86FE7C1F}" type="presParOf" srcId="{D1731149-600C-4005-AA17-4F2E5457FD97}" destId="{CA7E92EB-4DD1-462F-97CD-D8F1EA8A700B}" srcOrd="0" destOrd="0" presId="urn:microsoft.com/office/officeart/2005/8/layout/pyramid1"/>
    <dgm:cxn modelId="{964F17E8-6B73-4E09-8DF7-F4B93780BB58}" type="presParOf" srcId="{D1731149-600C-4005-AA17-4F2E5457FD97}" destId="{47032953-B39D-47F2-B697-44D4519898D0}"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D0DDA6F-BEBC-4E71-A713-398FCC47430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8511878-7E9B-48C3-9A1C-5E4E4B61F036}">
      <dgm:prSet custT="1"/>
      <dgm:spPr>
        <a:solidFill>
          <a:schemeClr val="accent5">
            <a:lumMod val="75000"/>
          </a:schemeClr>
        </a:solidFill>
      </dgm:spPr>
      <dgm:t>
        <a:bodyPr/>
        <a:lstStyle/>
        <a:p>
          <a:pPr algn="r"/>
          <a:r>
            <a:rPr lang="en-US" sz="3600" dirty="0"/>
            <a:t>Extract</a:t>
          </a:r>
          <a:endParaRPr lang="en-US" sz="6000" dirty="0"/>
        </a:p>
      </dgm:t>
    </dgm:pt>
    <dgm:pt modelId="{B2340780-1FB2-442E-8A07-B67AA7987F90}" type="parTrans" cxnId="{740B2AB2-E487-4867-BE24-B377FFF7E5E7}">
      <dgm:prSet/>
      <dgm:spPr/>
      <dgm:t>
        <a:bodyPr/>
        <a:lstStyle/>
        <a:p>
          <a:endParaRPr lang="en-US"/>
        </a:p>
      </dgm:t>
    </dgm:pt>
    <dgm:pt modelId="{6F81C355-037C-4A9F-B9A6-006717984585}" type="sibTrans" cxnId="{740B2AB2-E487-4867-BE24-B377FFF7E5E7}">
      <dgm:prSet/>
      <dgm:spPr/>
      <dgm:t>
        <a:bodyPr/>
        <a:lstStyle/>
        <a:p>
          <a:endParaRPr lang="en-US"/>
        </a:p>
      </dgm:t>
    </dgm:pt>
    <dgm:pt modelId="{0CC1F638-CC4B-4E9C-BCC2-C5D3F7FE0978}">
      <dgm:prSet/>
      <dgm:spPr>
        <a:solidFill>
          <a:schemeClr val="accent5">
            <a:lumMod val="20000"/>
            <a:lumOff val="80000"/>
            <a:alpha val="90000"/>
          </a:schemeClr>
        </a:solidFill>
      </dgm:spPr>
      <dgm:t>
        <a:bodyPr/>
        <a:lstStyle/>
        <a:p>
          <a:pPr>
            <a:buClr>
              <a:srgbClr val="24323E"/>
            </a:buClr>
            <a:buFont typeface="Wingdings" panose="05000000000000000000" pitchFamily="2" charset="2"/>
            <a:buChar char="§"/>
          </a:pPr>
          <a:r>
            <a:rPr lang="en-US" dirty="0">
              <a:solidFill>
                <a:srgbClr val="24323E"/>
              </a:solidFill>
            </a:rPr>
            <a:t>This is the step where sensors wait for upstream data sources to land. Once available, we transport the data from their source locations to further transformations.</a:t>
          </a:r>
        </a:p>
      </dgm:t>
    </dgm:pt>
    <dgm:pt modelId="{CE64E345-9FF8-4E02-BFA0-A6E72B60B15A}" type="parTrans" cxnId="{58C86057-1540-43FD-827C-2B521E9AF3ED}">
      <dgm:prSet/>
      <dgm:spPr/>
      <dgm:t>
        <a:bodyPr/>
        <a:lstStyle/>
        <a:p>
          <a:endParaRPr lang="en-US"/>
        </a:p>
      </dgm:t>
    </dgm:pt>
    <dgm:pt modelId="{0ADF43B7-E4D6-4CFC-8DEB-9B3939008BA6}" type="sibTrans" cxnId="{58C86057-1540-43FD-827C-2B521E9AF3ED}">
      <dgm:prSet/>
      <dgm:spPr/>
      <dgm:t>
        <a:bodyPr/>
        <a:lstStyle/>
        <a:p>
          <a:endParaRPr lang="en-US"/>
        </a:p>
      </dgm:t>
    </dgm:pt>
    <dgm:pt modelId="{E9975C2D-C36F-4E57-B254-3C4468645E1A}">
      <dgm:prSet custT="1"/>
      <dgm:spPr>
        <a:solidFill>
          <a:schemeClr val="accent5">
            <a:lumMod val="50000"/>
          </a:schemeClr>
        </a:solidFill>
      </dgm:spPr>
      <dgm:t>
        <a:bodyPr/>
        <a:lstStyle/>
        <a:p>
          <a:pPr algn="r"/>
          <a:r>
            <a:rPr lang="en-US" sz="3600" dirty="0"/>
            <a:t>Transform</a:t>
          </a:r>
          <a:endParaRPr lang="en-US" sz="6000" dirty="0"/>
        </a:p>
      </dgm:t>
    </dgm:pt>
    <dgm:pt modelId="{22DF65B2-361B-4B8E-B68A-34E17A7E9FF7}" type="parTrans" cxnId="{83C65349-DFBC-4360-A3D5-B0EE7E0B233F}">
      <dgm:prSet/>
      <dgm:spPr/>
      <dgm:t>
        <a:bodyPr/>
        <a:lstStyle/>
        <a:p>
          <a:endParaRPr lang="en-US"/>
        </a:p>
      </dgm:t>
    </dgm:pt>
    <dgm:pt modelId="{CA1B1522-B164-4996-A706-CD10065436E6}" type="sibTrans" cxnId="{83C65349-DFBC-4360-A3D5-B0EE7E0B233F}">
      <dgm:prSet/>
      <dgm:spPr/>
      <dgm:t>
        <a:bodyPr/>
        <a:lstStyle/>
        <a:p>
          <a:endParaRPr lang="en-US"/>
        </a:p>
      </dgm:t>
    </dgm:pt>
    <dgm:pt modelId="{331C5E9F-E0AD-4507-8A4C-7FA249084B42}">
      <dgm:prSet/>
      <dgm:spPr>
        <a:solidFill>
          <a:schemeClr val="accent5">
            <a:lumMod val="40000"/>
            <a:lumOff val="60000"/>
            <a:alpha val="90000"/>
          </a:schemeClr>
        </a:solidFill>
      </dgm:spPr>
      <dgm:t>
        <a:bodyPr/>
        <a:lstStyle/>
        <a:p>
          <a:pPr>
            <a:buClr>
              <a:srgbClr val="24323E"/>
            </a:buClr>
            <a:buFont typeface="Wingdings" panose="05000000000000000000" pitchFamily="2" charset="2"/>
            <a:buChar char="§"/>
          </a:pPr>
          <a:r>
            <a:rPr lang="en-US" dirty="0">
              <a:solidFill>
                <a:srgbClr val="24323E"/>
              </a:solidFill>
            </a:rPr>
            <a:t>The heart of any ETL job: apply business logic, perform actions such as filtering, grouping, and aggregation to translate raw data into analysis-ready datasets.</a:t>
          </a:r>
        </a:p>
      </dgm:t>
    </dgm:pt>
    <dgm:pt modelId="{BACF341A-3CCA-4D17-A9A7-980CD4EA2C0A}" type="parTrans" cxnId="{0972F18F-89E8-4039-AEBF-7F8C81D4F80A}">
      <dgm:prSet/>
      <dgm:spPr/>
      <dgm:t>
        <a:bodyPr/>
        <a:lstStyle/>
        <a:p>
          <a:endParaRPr lang="en-US"/>
        </a:p>
      </dgm:t>
    </dgm:pt>
    <dgm:pt modelId="{D0271DDC-9013-4E9B-8B10-B7E8677D3F1E}" type="sibTrans" cxnId="{0972F18F-89E8-4039-AEBF-7F8C81D4F80A}">
      <dgm:prSet/>
      <dgm:spPr/>
      <dgm:t>
        <a:bodyPr/>
        <a:lstStyle/>
        <a:p>
          <a:endParaRPr lang="en-US"/>
        </a:p>
      </dgm:t>
    </dgm:pt>
    <dgm:pt modelId="{570B95CF-5B11-4857-AD55-9DBB6D35C073}">
      <dgm:prSet custT="1"/>
      <dgm:spPr>
        <a:solidFill>
          <a:srgbClr val="24323E"/>
        </a:solidFill>
      </dgm:spPr>
      <dgm:t>
        <a:bodyPr/>
        <a:lstStyle/>
        <a:p>
          <a:pPr algn="r"/>
          <a:r>
            <a:rPr lang="en-US" sz="4000" dirty="0"/>
            <a:t>Load</a:t>
          </a:r>
          <a:endParaRPr lang="en-US" sz="6500" dirty="0"/>
        </a:p>
      </dgm:t>
    </dgm:pt>
    <dgm:pt modelId="{F3AFC0A2-C8F5-4FCD-B3C1-8A972FE65D0F}" type="parTrans" cxnId="{779EC260-6F1A-436C-95A1-5A0B5C8528C8}">
      <dgm:prSet/>
      <dgm:spPr/>
      <dgm:t>
        <a:bodyPr/>
        <a:lstStyle/>
        <a:p>
          <a:endParaRPr lang="en-US"/>
        </a:p>
      </dgm:t>
    </dgm:pt>
    <dgm:pt modelId="{11887B0D-7984-4B03-A32C-1D382FCF21D5}" type="sibTrans" cxnId="{779EC260-6F1A-436C-95A1-5A0B5C8528C8}">
      <dgm:prSet/>
      <dgm:spPr/>
      <dgm:t>
        <a:bodyPr/>
        <a:lstStyle/>
        <a:p>
          <a:endParaRPr lang="en-US"/>
        </a:p>
      </dgm:t>
    </dgm:pt>
    <dgm:pt modelId="{D8329091-3F41-4E91-B121-2DC1BD82B1FE}">
      <dgm:prSet/>
      <dgm:spPr>
        <a:solidFill>
          <a:schemeClr val="tx2">
            <a:lumMod val="20000"/>
            <a:lumOff val="80000"/>
            <a:alpha val="90000"/>
          </a:schemeClr>
        </a:solidFill>
      </dgm:spPr>
      <dgm:t>
        <a:bodyPr/>
        <a:lstStyle/>
        <a:p>
          <a:pPr>
            <a:buClr>
              <a:srgbClr val="24323E"/>
            </a:buClr>
            <a:buFont typeface="Wingdings" panose="05000000000000000000" pitchFamily="2" charset="2"/>
            <a:buChar char="§"/>
          </a:pPr>
          <a:r>
            <a:rPr lang="en-US" dirty="0">
              <a:solidFill>
                <a:srgbClr val="24323E"/>
              </a:solidFill>
            </a:rPr>
            <a:t>Load the processed data and transport to a final destination. Can now be consumed directly by end-users or treated as yet another upstream dependency.</a:t>
          </a:r>
        </a:p>
      </dgm:t>
    </dgm:pt>
    <dgm:pt modelId="{D9006926-355C-488D-8D1E-74F75298B010}" type="parTrans" cxnId="{E202FD89-01C8-4973-88A5-2E03BE6F2AFE}">
      <dgm:prSet/>
      <dgm:spPr/>
      <dgm:t>
        <a:bodyPr/>
        <a:lstStyle/>
        <a:p>
          <a:endParaRPr lang="en-US"/>
        </a:p>
      </dgm:t>
    </dgm:pt>
    <dgm:pt modelId="{49D459DD-6766-4498-AA10-381A3E373D39}" type="sibTrans" cxnId="{E202FD89-01C8-4973-88A5-2E03BE6F2AFE}">
      <dgm:prSet/>
      <dgm:spPr/>
      <dgm:t>
        <a:bodyPr/>
        <a:lstStyle/>
        <a:p>
          <a:endParaRPr lang="en-US"/>
        </a:p>
      </dgm:t>
    </dgm:pt>
    <dgm:pt modelId="{05F7E5AD-3CE4-4FA8-8EB7-3421957B3865}" type="pres">
      <dgm:prSet presAssocID="{BD0DDA6F-BEBC-4E71-A713-398FCC47430B}" presName="Name0" presStyleCnt="0">
        <dgm:presLayoutVars>
          <dgm:dir/>
          <dgm:animLvl val="lvl"/>
          <dgm:resizeHandles val="exact"/>
        </dgm:presLayoutVars>
      </dgm:prSet>
      <dgm:spPr/>
    </dgm:pt>
    <dgm:pt modelId="{B90ED76A-FFB5-48ED-8DEE-4034F7E1893F}" type="pres">
      <dgm:prSet presAssocID="{18511878-7E9B-48C3-9A1C-5E4E4B61F036}" presName="linNode" presStyleCnt="0"/>
      <dgm:spPr/>
    </dgm:pt>
    <dgm:pt modelId="{175C2C8B-AFFC-4405-A2F8-19C0F617D1B0}" type="pres">
      <dgm:prSet presAssocID="{18511878-7E9B-48C3-9A1C-5E4E4B61F036}" presName="parentText" presStyleLbl="node1" presStyleIdx="0" presStyleCnt="3" custScaleX="86876">
        <dgm:presLayoutVars>
          <dgm:chMax val="1"/>
          <dgm:bulletEnabled val="1"/>
        </dgm:presLayoutVars>
      </dgm:prSet>
      <dgm:spPr/>
    </dgm:pt>
    <dgm:pt modelId="{C6AE4ADB-A474-48A4-860E-A6A95D9A8456}" type="pres">
      <dgm:prSet presAssocID="{18511878-7E9B-48C3-9A1C-5E4E4B61F036}" presName="descendantText" presStyleLbl="alignAccFollowNode1" presStyleIdx="0" presStyleCnt="3">
        <dgm:presLayoutVars>
          <dgm:bulletEnabled val="1"/>
        </dgm:presLayoutVars>
      </dgm:prSet>
      <dgm:spPr/>
    </dgm:pt>
    <dgm:pt modelId="{F21DA25A-14B2-420A-8630-36FB1C0970E6}" type="pres">
      <dgm:prSet presAssocID="{6F81C355-037C-4A9F-B9A6-006717984585}" presName="sp" presStyleCnt="0"/>
      <dgm:spPr/>
    </dgm:pt>
    <dgm:pt modelId="{4E1DE60D-676D-4D40-BA58-EF3CE9913B00}" type="pres">
      <dgm:prSet presAssocID="{E9975C2D-C36F-4E57-B254-3C4468645E1A}" presName="linNode" presStyleCnt="0"/>
      <dgm:spPr/>
    </dgm:pt>
    <dgm:pt modelId="{033CCE98-E944-4FE0-B57E-ABB47D325DAE}" type="pres">
      <dgm:prSet presAssocID="{E9975C2D-C36F-4E57-B254-3C4468645E1A}" presName="parentText" presStyleLbl="node1" presStyleIdx="1" presStyleCnt="3" custScaleX="86876">
        <dgm:presLayoutVars>
          <dgm:chMax val="1"/>
          <dgm:bulletEnabled val="1"/>
        </dgm:presLayoutVars>
      </dgm:prSet>
      <dgm:spPr/>
    </dgm:pt>
    <dgm:pt modelId="{D61B7368-7695-4E12-A3B5-CF593EDD2F98}" type="pres">
      <dgm:prSet presAssocID="{E9975C2D-C36F-4E57-B254-3C4468645E1A}" presName="descendantText" presStyleLbl="alignAccFollowNode1" presStyleIdx="1" presStyleCnt="3">
        <dgm:presLayoutVars>
          <dgm:bulletEnabled val="1"/>
        </dgm:presLayoutVars>
      </dgm:prSet>
      <dgm:spPr/>
    </dgm:pt>
    <dgm:pt modelId="{7FFE99BB-61CA-45AB-9194-8191B3C8EA60}" type="pres">
      <dgm:prSet presAssocID="{CA1B1522-B164-4996-A706-CD10065436E6}" presName="sp" presStyleCnt="0"/>
      <dgm:spPr/>
    </dgm:pt>
    <dgm:pt modelId="{4228EA7C-05F7-411E-8E2E-EF8219E20B0D}" type="pres">
      <dgm:prSet presAssocID="{570B95CF-5B11-4857-AD55-9DBB6D35C073}" presName="linNode" presStyleCnt="0"/>
      <dgm:spPr/>
    </dgm:pt>
    <dgm:pt modelId="{950BA2B8-1B42-4568-8C9B-A90955128EF4}" type="pres">
      <dgm:prSet presAssocID="{570B95CF-5B11-4857-AD55-9DBB6D35C073}" presName="parentText" presStyleLbl="node1" presStyleIdx="2" presStyleCnt="3" custScaleX="86876">
        <dgm:presLayoutVars>
          <dgm:chMax val="1"/>
          <dgm:bulletEnabled val="1"/>
        </dgm:presLayoutVars>
      </dgm:prSet>
      <dgm:spPr/>
    </dgm:pt>
    <dgm:pt modelId="{3D2F9F03-066A-41F9-A0FC-358D96B11950}" type="pres">
      <dgm:prSet presAssocID="{570B95CF-5B11-4857-AD55-9DBB6D35C073}" presName="descendantText" presStyleLbl="alignAccFollowNode1" presStyleIdx="2" presStyleCnt="3">
        <dgm:presLayoutVars>
          <dgm:bulletEnabled val="1"/>
        </dgm:presLayoutVars>
      </dgm:prSet>
      <dgm:spPr/>
    </dgm:pt>
  </dgm:ptLst>
  <dgm:cxnLst>
    <dgm:cxn modelId="{83C65349-DFBC-4360-A3D5-B0EE7E0B233F}" srcId="{BD0DDA6F-BEBC-4E71-A713-398FCC47430B}" destId="{E9975C2D-C36F-4E57-B254-3C4468645E1A}" srcOrd="1" destOrd="0" parTransId="{22DF65B2-361B-4B8E-B68A-34E17A7E9FF7}" sibTransId="{CA1B1522-B164-4996-A706-CD10065436E6}"/>
    <dgm:cxn modelId="{62BAE44E-5FF7-4721-912D-0509ED60905D}" type="presOf" srcId="{18511878-7E9B-48C3-9A1C-5E4E4B61F036}" destId="{175C2C8B-AFFC-4405-A2F8-19C0F617D1B0}" srcOrd="0" destOrd="0" presId="urn:microsoft.com/office/officeart/2005/8/layout/vList5"/>
    <dgm:cxn modelId="{58C86057-1540-43FD-827C-2B521E9AF3ED}" srcId="{18511878-7E9B-48C3-9A1C-5E4E4B61F036}" destId="{0CC1F638-CC4B-4E9C-BCC2-C5D3F7FE0978}" srcOrd="0" destOrd="0" parTransId="{CE64E345-9FF8-4E02-BFA0-A6E72B60B15A}" sibTransId="{0ADF43B7-E4D6-4CFC-8DEB-9B3939008BA6}"/>
    <dgm:cxn modelId="{779EC260-6F1A-436C-95A1-5A0B5C8528C8}" srcId="{BD0DDA6F-BEBC-4E71-A713-398FCC47430B}" destId="{570B95CF-5B11-4857-AD55-9DBB6D35C073}" srcOrd="2" destOrd="0" parTransId="{F3AFC0A2-C8F5-4FCD-B3C1-8A972FE65D0F}" sibTransId="{11887B0D-7984-4B03-A32C-1D382FCF21D5}"/>
    <dgm:cxn modelId="{E202FD89-01C8-4973-88A5-2E03BE6F2AFE}" srcId="{570B95CF-5B11-4857-AD55-9DBB6D35C073}" destId="{D8329091-3F41-4E91-B121-2DC1BD82B1FE}" srcOrd="0" destOrd="0" parTransId="{D9006926-355C-488D-8D1E-74F75298B010}" sibTransId="{49D459DD-6766-4498-AA10-381A3E373D39}"/>
    <dgm:cxn modelId="{0972F18F-89E8-4039-AEBF-7F8C81D4F80A}" srcId="{E9975C2D-C36F-4E57-B254-3C4468645E1A}" destId="{331C5E9F-E0AD-4507-8A4C-7FA249084B42}" srcOrd="0" destOrd="0" parTransId="{BACF341A-3CCA-4D17-A9A7-980CD4EA2C0A}" sibTransId="{D0271DDC-9013-4E9B-8B10-B7E8677D3F1E}"/>
    <dgm:cxn modelId="{47ADC19A-C228-4DE1-ADE6-C5796E25C8C8}" type="presOf" srcId="{0CC1F638-CC4B-4E9C-BCC2-C5D3F7FE0978}" destId="{C6AE4ADB-A474-48A4-860E-A6A95D9A8456}" srcOrd="0" destOrd="0" presId="urn:microsoft.com/office/officeart/2005/8/layout/vList5"/>
    <dgm:cxn modelId="{1039ED9A-3A94-4496-98F9-D52225994AC0}" type="presOf" srcId="{331C5E9F-E0AD-4507-8A4C-7FA249084B42}" destId="{D61B7368-7695-4E12-A3B5-CF593EDD2F98}" srcOrd="0" destOrd="0" presId="urn:microsoft.com/office/officeart/2005/8/layout/vList5"/>
    <dgm:cxn modelId="{F6F885B1-8461-49BC-B45E-1835E27B43F6}" type="presOf" srcId="{BD0DDA6F-BEBC-4E71-A713-398FCC47430B}" destId="{05F7E5AD-3CE4-4FA8-8EB7-3421957B3865}" srcOrd="0" destOrd="0" presId="urn:microsoft.com/office/officeart/2005/8/layout/vList5"/>
    <dgm:cxn modelId="{740B2AB2-E487-4867-BE24-B377FFF7E5E7}" srcId="{BD0DDA6F-BEBC-4E71-A713-398FCC47430B}" destId="{18511878-7E9B-48C3-9A1C-5E4E4B61F036}" srcOrd="0" destOrd="0" parTransId="{B2340780-1FB2-442E-8A07-B67AA7987F90}" sibTransId="{6F81C355-037C-4A9F-B9A6-006717984585}"/>
    <dgm:cxn modelId="{695762D5-03E3-42B6-8085-74CBB66A5FDD}" type="presOf" srcId="{E9975C2D-C36F-4E57-B254-3C4468645E1A}" destId="{033CCE98-E944-4FE0-B57E-ABB47D325DAE}" srcOrd="0" destOrd="0" presId="urn:microsoft.com/office/officeart/2005/8/layout/vList5"/>
    <dgm:cxn modelId="{6D8A05DA-E111-49B0-94DB-1D628DF81CA5}" type="presOf" srcId="{570B95CF-5B11-4857-AD55-9DBB6D35C073}" destId="{950BA2B8-1B42-4568-8C9B-A90955128EF4}" srcOrd="0" destOrd="0" presId="urn:microsoft.com/office/officeart/2005/8/layout/vList5"/>
    <dgm:cxn modelId="{C9DF83FD-1814-41CB-9984-FAC45F2C8969}" type="presOf" srcId="{D8329091-3F41-4E91-B121-2DC1BD82B1FE}" destId="{3D2F9F03-066A-41F9-A0FC-358D96B11950}" srcOrd="0" destOrd="0" presId="urn:microsoft.com/office/officeart/2005/8/layout/vList5"/>
    <dgm:cxn modelId="{9642C622-927E-4D64-8B8C-ACCB07DB4916}" type="presParOf" srcId="{05F7E5AD-3CE4-4FA8-8EB7-3421957B3865}" destId="{B90ED76A-FFB5-48ED-8DEE-4034F7E1893F}" srcOrd="0" destOrd="0" presId="urn:microsoft.com/office/officeart/2005/8/layout/vList5"/>
    <dgm:cxn modelId="{1A2869F3-C5CA-4E19-A61F-1A1829FFB7BB}" type="presParOf" srcId="{B90ED76A-FFB5-48ED-8DEE-4034F7E1893F}" destId="{175C2C8B-AFFC-4405-A2F8-19C0F617D1B0}" srcOrd="0" destOrd="0" presId="urn:microsoft.com/office/officeart/2005/8/layout/vList5"/>
    <dgm:cxn modelId="{FEDA9F24-DD20-425C-AA16-1891D4D2A7F4}" type="presParOf" srcId="{B90ED76A-FFB5-48ED-8DEE-4034F7E1893F}" destId="{C6AE4ADB-A474-48A4-860E-A6A95D9A8456}" srcOrd="1" destOrd="0" presId="urn:microsoft.com/office/officeart/2005/8/layout/vList5"/>
    <dgm:cxn modelId="{49815D14-3CA5-4F42-A850-FD269914823C}" type="presParOf" srcId="{05F7E5AD-3CE4-4FA8-8EB7-3421957B3865}" destId="{F21DA25A-14B2-420A-8630-36FB1C0970E6}" srcOrd="1" destOrd="0" presId="urn:microsoft.com/office/officeart/2005/8/layout/vList5"/>
    <dgm:cxn modelId="{AA548BC8-982D-4A5E-947C-650C94B3C4D1}" type="presParOf" srcId="{05F7E5AD-3CE4-4FA8-8EB7-3421957B3865}" destId="{4E1DE60D-676D-4D40-BA58-EF3CE9913B00}" srcOrd="2" destOrd="0" presId="urn:microsoft.com/office/officeart/2005/8/layout/vList5"/>
    <dgm:cxn modelId="{4C4BA65E-9C33-478C-94A4-8AA581C87325}" type="presParOf" srcId="{4E1DE60D-676D-4D40-BA58-EF3CE9913B00}" destId="{033CCE98-E944-4FE0-B57E-ABB47D325DAE}" srcOrd="0" destOrd="0" presId="urn:microsoft.com/office/officeart/2005/8/layout/vList5"/>
    <dgm:cxn modelId="{F98938B2-686F-4D8C-A45D-0DBAAEB9FFCA}" type="presParOf" srcId="{4E1DE60D-676D-4D40-BA58-EF3CE9913B00}" destId="{D61B7368-7695-4E12-A3B5-CF593EDD2F98}" srcOrd="1" destOrd="0" presId="urn:microsoft.com/office/officeart/2005/8/layout/vList5"/>
    <dgm:cxn modelId="{09CF5581-E651-49AE-9C00-FBDEED8BD6C2}" type="presParOf" srcId="{05F7E5AD-3CE4-4FA8-8EB7-3421957B3865}" destId="{7FFE99BB-61CA-45AB-9194-8191B3C8EA60}" srcOrd="3" destOrd="0" presId="urn:microsoft.com/office/officeart/2005/8/layout/vList5"/>
    <dgm:cxn modelId="{BEDDB0BE-EF3D-4F65-A3BA-61A1D6FE1426}" type="presParOf" srcId="{05F7E5AD-3CE4-4FA8-8EB7-3421957B3865}" destId="{4228EA7C-05F7-411E-8E2E-EF8219E20B0D}" srcOrd="4" destOrd="0" presId="urn:microsoft.com/office/officeart/2005/8/layout/vList5"/>
    <dgm:cxn modelId="{7E586FED-9C50-4306-BD82-D7037A2707D1}" type="presParOf" srcId="{4228EA7C-05F7-411E-8E2E-EF8219E20B0D}" destId="{950BA2B8-1B42-4568-8C9B-A90955128EF4}" srcOrd="0" destOrd="0" presId="urn:microsoft.com/office/officeart/2005/8/layout/vList5"/>
    <dgm:cxn modelId="{C12F2BBC-331E-4E10-A770-762C4F747364}" type="presParOf" srcId="{4228EA7C-05F7-411E-8E2E-EF8219E20B0D}" destId="{3D2F9F03-066A-41F9-A0FC-358D96B1195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784516-C829-4938-A67F-A9C7876742AA}">
      <dsp:nvSpPr>
        <dsp:cNvPr id="0" name=""/>
        <dsp:cNvSpPr/>
      </dsp:nvSpPr>
      <dsp:spPr>
        <a:xfrm rot="5400000">
          <a:off x="4998375" y="-2917308"/>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b="0" i="0" kern="1200" dirty="0">
              <a:latin typeface="Times New Roman" panose="02020603050405020304" pitchFamily="18" charset="0"/>
              <a:ea typeface="Segoe UI" panose="020B0502040204020203" pitchFamily="34" charset="0"/>
              <a:cs typeface="Times New Roman" panose="02020603050405020304" pitchFamily="18" charset="0"/>
            </a:rPr>
            <a:t>Explosion in social media, mobile apps, digital sensors, RFID, GPS, and more have caused exponential data growth.</a:t>
          </a:r>
        </a:p>
      </dsp:txBody>
      <dsp:txXfrm rot="-5400000">
        <a:off x="1982487" y="139054"/>
        <a:ext cx="6820408" cy="748158"/>
      </dsp:txXfrm>
    </dsp:sp>
    <dsp:sp modelId="{1832182B-FFB2-48E3-8478-612FD90D2EC4}">
      <dsp:nvSpPr>
        <dsp:cNvPr id="0" name=""/>
        <dsp:cNvSpPr/>
      </dsp:nvSpPr>
      <dsp:spPr>
        <a:xfrm>
          <a:off x="12" y="1657"/>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olume</a:t>
          </a:r>
          <a:br>
            <a:rPr lang="en-US" sz="2800" b="1"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br>
          <a:r>
            <a:rPr lang="en-US" sz="1800" b="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(Size)</a:t>
          </a:r>
        </a:p>
      </dsp:txBody>
      <dsp:txXfrm>
        <a:off x="50604" y="52249"/>
        <a:ext cx="1885764" cy="935199"/>
      </dsp:txXfrm>
    </dsp:sp>
    <dsp:sp modelId="{223DB282-B47E-4ABD-9C24-E856C163B4F1}">
      <dsp:nvSpPr>
        <dsp:cNvPr id="0" name=""/>
        <dsp:cNvSpPr/>
      </dsp:nvSpPr>
      <dsp:spPr>
        <a:xfrm rot="5400000">
          <a:off x="4998375" y="-1829105"/>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latin typeface="Times New Roman" panose="02020603050405020304" pitchFamily="18" charset="0"/>
              <a:ea typeface="Segoe UI" panose="020B0502040204020203" pitchFamily="34" charset="0"/>
              <a:cs typeface="Times New Roman" panose="02020603050405020304" pitchFamily="18" charset="0"/>
            </a:rPr>
            <a:t>Sources like social networking and sensor signals create data at a tremendous rate; making it a challenge to capture, store, and analyze that data in a timely or economical manner.</a:t>
          </a:r>
        </a:p>
      </dsp:txBody>
      <dsp:txXfrm rot="-5400000">
        <a:off x="1982487" y="1227257"/>
        <a:ext cx="6820408" cy="748158"/>
      </dsp:txXfrm>
    </dsp:sp>
    <dsp:sp modelId="{E3572DBE-9A59-4E15-8462-A4A24C889CCD}">
      <dsp:nvSpPr>
        <dsp:cNvPr id="0" name=""/>
        <dsp:cNvSpPr/>
      </dsp:nvSpPr>
      <dsp:spPr>
        <a:xfrm>
          <a:off x="12" y="1089859"/>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elocity</a:t>
          </a:r>
          <a:r>
            <a:rPr lang="en-US" sz="17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(Speed)</a:t>
          </a:r>
          <a:endParaRPr lang="en-US" sz="1700" b="0" i="0" kern="1200" dirty="0">
            <a:latin typeface="Times New Roman" panose="02020603050405020304" pitchFamily="18" charset="0"/>
            <a:ea typeface="Segoe UI" panose="020B0502040204020203" pitchFamily="34" charset="0"/>
            <a:cs typeface="Times New Roman" panose="02020603050405020304" pitchFamily="18" charset="0"/>
          </a:endParaRPr>
        </a:p>
      </dsp:txBody>
      <dsp:txXfrm>
        <a:off x="50604" y="1140451"/>
        <a:ext cx="1885764" cy="935199"/>
      </dsp:txXfrm>
    </dsp:sp>
    <dsp:sp modelId="{EBDCF185-59BA-46AC-B615-1BFD8D6FF2E0}">
      <dsp:nvSpPr>
        <dsp:cNvPr id="0" name=""/>
        <dsp:cNvSpPr/>
      </dsp:nvSpPr>
      <dsp:spPr>
        <a:xfrm rot="5400000">
          <a:off x="4998375" y="-733690"/>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latin typeface="Times New Roman" panose="02020603050405020304" pitchFamily="18" charset="0"/>
              <a:ea typeface="Segoe UI" panose="020B0502040204020203" pitchFamily="34" charset="0"/>
              <a:cs typeface="Times New Roman" panose="02020603050405020304" pitchFamily="18" charset="0"/>
            </a:rPr>
            <a:t>Traditionally BI has sourced structured data, but now insight must be extracted from unstructured or poly-schematic data like large text blobs, digital media, sensor data, etc.</a:t>
          </a:r>
        </a:p>
      </dsp:txBody>
      <dsp:txXfrm rot="-5400000">
        <a:off x="1982487" y="2322672"/>
        <a:ext cx="6820408" cy="748158"/>
      </dsp:txXfrm>
    </dsp:sp>
    <dsp:sp modelId="{4A2AD729-7F4F-4D92-80C9-0DFB935F298F}">
      <dsp:nvSpPr>
        <dsp:cNvPr id="0" name=""/>
        <dsp:cNvSpPr/>
      </dsp:nvSpPr>
      <dsp:spPr>
        <a:xfrm>
          <a:off x="0" y="2178559"/>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ariety</a:t>
          </a:r>
          <a:r>
            <a:rPr lang="en-US" sz="32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(Structure)</a:t>
          </a:r>
        </a:p>
      </dsp:txBody>
      <dsp:txXfrm>
        <a:off x="50592" y="2229151"/>
        <a:ext cx="1885764" cy="935199"/>
      </dsp:txXfrm>
    </dsp:sp>
    <dsp:sp modelId="{14679BB8-A35C-43F5-872A-0FC176A96265}">
      <dsp:nvSpPr>
        <dsp:cNvPr id="0" name=""/>
        <dsp:cNvSpPr/>
      </dsp:nvSpPr>
      <dsp:spPr>
        <a:xfrm rot="5400000">
          <a:off x="4998375" y="354512"/>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latin typeface="Times New Roman" panose="02020603050405020304" pitchFamily="18" charset="0"/>
              <a:ea typeface="Segoe UI" panose="020B0502040204020203" pitchFamily="34" charset="0"/>
              <a:cs typeface="Times New Roman" panose="02020603050405020304" pitchFamily="18" charset="0"/>
            </a:rPr>
            <a:t>The anonymity of the WWW, incredible sources like social networking and duplicate systems bring into question the authenticity of the information being generated and collected.</a:t>
          </a:r>
        </a:p>
      </dsp:txBody>
      <dsp:txXfrm rot="-5400000">
        <a:off x="1982487" y="3410874"/>
        <a:ext cx="6820408" cy="748158"/>
      </dsp:txXfrm>
    </dsp:sp>
    <dsp:sp modelId="{163BA0A4-5FB8-43FB-8896-61420378DA70}">
      <dsp:nvSpPr>
        <dsp:cNvPr id="0" name=""/>
        <dsp:cNvSpPr/>
      </dsp:nvSpPr>
      <dsp:spPr>
        <a:xfrm>
          <a:off x="0" y="3266761"/>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eracity</a:t>
          </a:r>
          <a:r>
            <a:rPr lang="en-US" sz="36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(Quality)</a:t>
          </a:r>
        </a:p>
      </dsp:txBody>
      <dsp:txXfrm>
        <a:off x="50592" y="3317353"/>
        <a:ext cx="1885764" cy="9351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6EF22-B37F-40D5-A205-2D35D97FDCBC}">
      <dsp:nvSpPr>
        <dsp:cNvPr id="0" name=""/>
        <dsp:cNvSpPr/>
      </dsp:nvSpPr>
      <dsp:spPr>
        <a:xfrm>
          <a:off x="0" y="0"/>
          <a:ext cx="3901531" cy="4356100"/>
        </a:xfrm>
        <a:prstGeom prst="roundRect">
          <a:avLst>
            <a:gd name="adj" fmla="val 10000"/>
          </a:avLst>
        </a:prstGeom>
        <a:solidFill>
          <a:schemeClr val="accent2">
            <a:lumMod val="20000"/>
            <a:lumOff val="80000"/>
          </a:schemeClr>
        </a:solidFill>
        <a:ln>
          <a:solidFill>
            <a:srgbClr val="24323E"/>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4323E"/>
              </a:solidFill>
              <a:latin typeface="Times New Roman" panose="02020603050405020304" pitchFamily="18" charset="0"/>
              <a:cs typeface="Times New Roman" panose="02020603050405020304" pitchFamily="18" charset="0"/>
            </a:rPr>
            <a:t>Essential Characteristics</a:t>
          </a:r>
        </a:p>
      </dsp:txBody>
      <dsp:txXfrm>
        <a:off x="0" y="0"/>
        <a:ext cx="3901531" cy="1306829"/>
      </dsp:txXfrm>
    </dsp:sp>
    <dsp:sp modelId="{6EE8C368-7271-4503-A879-8BD1C40DF4D1}">
      <dsp:nvSpPr>
        <dsp:cNvPr id="0" name=""/>
        <dsp:cNvSpPr/>
      </dsp:nvSpPr>
      <dsp:spPr>
        <a:xfrm>
          <a:off x="296242" y="1189464"/>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On-Demand Self-Service</a:t>
          </a:r>
        </a:p>
      </dsp:txBody>
      <dsp:txXfrm>
        <a:off x="312718" y="1205940"/>
        <a:ext cx="3277607" cy="529573"/>
      </dsp:txXfrm>
    </dsp:sp>
    <dsp:sp modelId="{1F5FE4C5-C8C0-439A-B37F-1D66FDE327E5}">
      <dsp:nvSpPr>
        <dsp:cNvPr id="0" name=""/>
        <dsp:cNvSpPr/>
      </dsp:nvSpPr>
      <dsp:spPr>
        <a:xfrm>
          <a:off x="296242" y="1783493"/>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Broad Network Access</a:t>
          </a:r>
        </a:p>
      </dsp:txBody>
      <dsp:txXfrm>
        <a:off x="312718" y="1799969"/>
        <a:ext cx="3277607" cy="529573"/>
      </dsp:txXfrm>
    </dsp:sp>
    <dsp:sp modelId="{49AD5C07-0FB9-4D71-A7E3-97CD98D3BC27}">
      <dsp:nvSpPr>
        <dsp:cNvPr id="0" name=""/>
        <dsp:cNvSpPr/>
      </dsp:nvSpPr>
      <dsp:spPr>
        <a:xfrm>
          <a:off x="296242" y="2388677"/>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Resource Pooling</a:t>
          </a:r>
        </a:p>
      </dsp:txBody>
      <dsp:txXfrm>
        <a:off x="312718" y="2405153"/>
        <a:ext cx="3277607" cy="529573"/>
      </dsp:txXfrm>
    </dsp:sp>
    <dsp:sp modelId="{A1544959-6854-44FF-BC53-A940B2DA9F5A}">
      <dsp:nvSpPr>
        <dsp:cNvPr id="0" name=""/>
        <dsp:cNvSpPr/>
      </dsp:nvSpPr>
      <dsp:spPr>
        <a:xfrm>
          <a:off x="296242" y="2982520"/>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Rapid Elasticity</a:t>
          </a:r>
        </a:p>
      </dsp:txBody>
      <dsp:txXfrm>
        <a:off x="312718" y="2998996"/>
        <a:ext cx="3277607" cy="529573"/>
      </dsp:txXfrm>
    </dsp:sp>
    <dsp:sp modelId="{25DC27AD-30C4-4AC0-9DA4-FCF57B35DABC}">
      <dsp:nvSpPr>
        <dsp:cNvPr id="0" name=""/>
        <dsp:cNvSpPr/>
      </dsp:nvSpPr>
      <dsp:spPr>
        <a:xfrm>
          <a:off x="296242" y="3575005"/>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Measured Service</a:t>
          </a:r>
        </a:p>
      </dsp:txBody>
      <dsp:txXfrm>
        <a:off x="312718" y="3591481"/>
        <a:ext cx="3277607" cy="529573"/>
      </dsp:txXfrm>
    </dsp:sp>
    <dsp:sp modelId="{9D73751A-7580-45E7-AB44-051DEFD4787E}">
      <dsp:nvSpPr>
        <dsp:cNvPr id="0" name=""/>
        <dsp:cNvSpPr/>
      </dsp:nvSpPr>
      <dsp:spPr>
        <a:xfrm>
          <a:off x="4101217" y="0"/>
          <a:ext cx="3075607" cy="4356100"/>
        </a:xfrm>
        <a:prstGeom prst="roundRect">
          <a:avLst>
            <a:gd name="adj" fmla="val 10000"/>
          </a:avLst>
        </a:prstGeom>
        <a:solidFill>
          <a:schemeClr val="accent2">
            <a:lumMod val="20000"/>
            <a:lumOff val="80000"/>
          </a:schemeClr>
        </a:solidFill>
        <a:ln>
          <a:solidFill>
            <a:srgbClr val="24323E"/>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4323E"/>
              </a:solidFill>
              <a:latin typeface="Times New Roman" panose="02020603050405020304" pitchFamily="18" charset="0"/>
              <a:cs typeface="Times New Roman" panose="02020603050405020304" pitchFamily="18" charset="0"/>
            </a:rPr>
            <a:t>Service </a:t>
          </a:r>
          <a:br>
            <a:rPr lang="en-US" sz="2800" b="1" kern="1200" dirty="0">
              <a:solidFill>
                <a:srgbClr val="24323E"/>
              </a:solidFill>
              <a:latin typeface="Times New Roman" panose="02020603050405020304" pitchFamily="18" charset="0"/>
              <a:cs typeface="Times New Roman" panose="02020603050405020304" pitchFamily="18" charset="0"/>
            </a:rPr>
          </a:br>
          <a:r>
            <a:rPr lang="en-US" sz="2800" b="1" kern="1200" dirty="0">
              <a:solidFill>
                <a:srgbClr val="24323E"/>
              </a:solidFill>
              <a:latin typeface="Times New Roman" panose="02020603050405020304" pitchFamily="18" charset="0"/>
              <a:cs typeface="Times New Roman" panose="02020603050405020304" pitchFamily="18" charset="0"/>
            </a:rPr>
            <a:t>Models</a:t>
          </a:r>
        </a:p>
      </dsp:txBody>
      <dsp:txXfrm>
        <a:off x="4101217" y="0"/>
        <a:ext cx="3075607" cy="1306829"/>
      </dsp:txXfrm>
    </dsp:sp>
    <dsp:sp modelId="{C854B35E-B1DD-4183-9B8F-29914FDFDD47}">
      <dsp:nvSpPr>
        <dsp:cNvPr id="0" name=""/>
        <dsp:cNvSpPr/>
      </dsp:nvSpPr>
      <dsp:spPr>
        <a:xfrm>
          <a:off x="4440518" y="1192678"/>
          <a:ext cx="2460486" cy="938406"/>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Infrastructure as a Service (IaaS)</a:t>
          </a:r>
        </a:p>
      </dsp:txBody>
      <dsp:txXfrm>
        <a:off x="4468003" y="1220163"/>
        <a:ext cx="2405516" cy="883436"/>
      </dsp:txXfrm>
    </dsp:sp>
    <dsp:sp modelId="{5D4DE708-8708-491A-AFE7-295931512452}">
      <dsp:nvSpPr>
        <dsp:cNvPr id="0" name=""/>
        <dsp:cNvSpPr/>
      </dsp:nvSpPr>
      <dsp:spPr>
        <a:xfrm>
          <a:off x="4440518" y="2195831"/>
          <a:ext cx="2460486" cy="938406"/>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Platform as a </a:t>
          </a:r>
          <a:br>
            <a:rPr lang="en-US" sz="2400" b="1" kern="1200" dirty="0"/>
          </a:br>
          <a:r>
            <a:rPr lang="en-US" sz="2400" b="1" kern="1200" dirty="0"/>
            <a:t>Service (PaaS)</a:t>
          </a:r>
        </a:p>
      </dsp:txBody>
      <dsp:txXfrm>
        <a:off x="4468003" y="2223316"/>
        <a:ext cx="2405516" cy="883436"/>
      </dsp:txXfrm>
    </dsp:sp>
    <dsp:sp modelId="{A622B57D-FCAD-4F2C-8A8E-8AF6965C07B9}">
      <dsp:nvSpPr>
        <dsp:cNvPr id="0" name=""/>
        <dsp:cNvSpPr/>
      </dsp:nvSpPr>
      <dsp:spPr>
        <a:xfrm>
          <a:off x="4440518" y="3198984"/>
          <a:ext cx="2460486" cy="938406"/>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Software as a Service (SaaS)</a:t>
          </a:r>
        </a:p>
      </dsp:txBody>
      <dsp:txXfrm>
        <a:off x="4468003" y="3226469"/>
        <a:ext cx="2405516" cy="883436"/>
      </dsp:txXfrm>
    </dsp:sp>
    <dsp:sp modelId="{5F13D3E7-DF5C-4073-A942-82B1930D2B2E}">
      <dsp:nvSpPr>
        <dsp:cNvPr id="0" name=""/>
        <dsp:cNvSpPr/>
      </dsp:nvSpPr>
      <dsp:spPr>
        <a:xfrm>
          <a:off x="7407495" y="0"/>
          <a:ext cx="3075607" cy="4356100"/>
        </a:xfrm>
        <a:prstGeom prst="roundRect">
          <a:avLst>
            <a:gd name="adj" fmla="val 10000"/>
          </a:avLst>
        </a:prstGeom>
        <a:solidFill>
          <a:schemeClr val="accent2">
            <a:lumMod val="20000"/>
            <a:lumOff val="80000"/>
          </a:schemeClr>
        </a:solidFill>
        <a:ln>
          <a:solidFill>
            <a:srgbClr val="24323E"/>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4323E"/>
              </a:solidFill>
              <a:latin typeface="Times New Roman" panose="02020603050405020304" pitchFamily="18" charset="0"/>
              <a:cs typeface="Times New Roman" panose="02020603050405020304" pitchFamily="18" charset="0"/>
            </a:rPr>
            <a:t>Deployment Models</a:t>
          </a:r>
        </a:p>
      </dsp:txBody>
      <dsp:txXfrm>
        <a:off x="7407495" y="0"/>
        <a:ext cx="3075607" cy="1306829"/>
      </dsp:txXfrm>
    </dsp:sp>
    <dsp:sp modelId="{6AB6EB11-6C7E-4248-A6F9-3B49278EBA79}">
      <dsp:nvSpPr>
        <dsp:cNvPr id="0" name=""/>
        <dsp:cNvSpPr/>
      </dsp:nvSpPr>
      <dsp:spPr>
        <a:xfrm>
          <a:off x="7746796" y="1172301"/>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Public Cloud</a:t>
          </a:r>
        </a:p>
      </dsp:txBody>
      <dsp:txXfrm>
        <a:off x="7767397" y="1192902"/>
        <a:ext cx="2419284" cy="662170"/>
      </dsp:txXfrm>
    </dsp:sp>
    <dsp:sp modelId="{22B3A2B7-F8F1-45FF-A89A-F0A5AD3FAD81}">
      <dsp:nvSpPr>
        <dsp:cNvPr id="0" name=""/>
        <dsp:cNvSpPr/>
      </dsp:nvSpPr>
      <dsp:spPr>
        <a:xfrm>
          <a:off x="7746796" y="1925011"/>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Private Cloud</a:t>
          </a:r>
        </a:p>
      </dsp:txBody>
      <dsp:txXfrm>
        <a:off x="7767397" y="1945612"/>
        <a:ext cx="2419284" cy="662170"/>
      </dsp:txXfrm>
    </dsp:sp>
    <dsp:sp modelId="{CC2CE485-CE10-45A4-9382-37B88C1879AB}">
      <dsp:nvSpPr>
        <dsp:cNvPr id="0" name=""/>
        <dsp:cNvSpPr/>
      </dsp:nvSpPr>
      <dsp:spPr>
        <a:xfrm>
          <a:off x="7746796" y="2673327"/>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Community Cloud</a:t>
          </a:r>
        </a:p>
      </dsp:txBody>
      <dsp:txXfrm>
        <a:off x="7767397" y="2693928"/>
        <a:ext cx="2419284" cy="662170"/>
      </dsp:txXfrm>
    </dsp:sp>
    <dsp:sp modelId="{D6A21AB8-9E3A-4B35-B305-D4F94C060CD7}">
      <dsp:nvSpPr>
        <dsp:cNvPr id="0" name=""/>
        <dsp:cNvSpPr/>
      </dsp:nvSpPr>
      <dsp:spPr>
        <a:xfrm>
          <a:off x="7746796" y="3434051"/>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mn-lt"/>
              <a:cs typeface="Times New Roman" panose="02020603050405020304" pitchFamily="18" charset="0"/>
            </a:rPr>
            <a:t>Hybrid Cloud</a:t>
          </a:r>
        </a:p>
      </dsp:txBody>
      <dsp:txXfrm>
        <a:off x="7767397" y="3454652"/>
        <a:ext cx="2419284" cy="6621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64F07-E847-4E7A-AF2C-D3AEFEE2FFAC}">
      <dsp:nvSpPr>
        <dsp:cNvPr id="0" name=""/>
        <dsp:cNvSpPr/>
      </dsp:nvSpPr>
      <dsp:spPr>
        <a:xfrm>
          <a:off x="2346577" y="0"/>
          <a:ext cx="1478488" cy="1108201"/>
        </a:xfrm>
        <a:prstGeom prst="trapezoid">
          <a:avLst>
            <a:gd name="adj" fmla="val 66707"/>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endParaRPr lang="en-US" sz="1300" kern="1200" dirty="0"/>
        </a:p>
        <a:p>
          <a:pPr marL="0" lvl="0" indent="0" algn="ctr" defTabSz="577850">
            <a:lnSpc>
              <a:spcPct val="90000"/>
            </a:lnSpc>
            <a:spcBef>
              <a:spcPct val="0"/>
            </a:spcBef>
            <a:spcAft>
              <a:spcPct val="35000"/>
            </a:spcAft>
            <a:buNone/>
          </a:pPr>
          <a:r>
            <a:rPr lang="en-US" sz="1400" b="1" kern="1200" dirty="0"/>
            <a:t>AI, </a:t>
          </a:r>
          <a:br>
            <a:rPr lang="en-US" sz="1400" b="1" kern="1200" dirty="0"/>
          </a:br>
          <a:r>
            <a:rPr lang="en-US" sz="1400" b="1" kern="1200" dirty="0"/>
            <a:t>Deep </a:t>
          </a:r>
          <a:br>
            <a:rPr lang="en-US" sz="1400" b="1" kern="1200" dirty="0"/>
          </a:br>
          <a:r>
            <a:rPr lang="en-US" sz="1400" b="1" kern="1200" dirty="0"/>
            <a:t>Learning</a:t>
          </a:r>
        </a:p>
      </dsp:txBody>
      <dsp:txXfrm>
        <a:off x="2346577" y="0"/>
        <a:ext cx="1478488" cy="1108201"/>
      </dsp:txXfrm>
    </dsp:sp>
    <dsp:sp modelId="{0E7203FD-F10C-42F5-B246-FED48A1BF1A5}">
      <dsp:nvSpPr>
        <dsp:cNvPr id="0" name=""/>
        <dsp:cNvSpPr/>
      </dsp:nvSpPr>
      <dsp:spPr>
        <a:xfrm>
          <a:off x="1838756" y="1108201"/>
          <a:ext cx="2494129" cy="761273"/>
        </a:xfrm>
        <a:prstGeom prst="trapezoid">
          <a:avLst>
            <a:gd name="adj" fmla="val 66707"/>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24323E"/>
              </a:solidFill>
            </a:rPr>
            <a:t>A/B Testing, Experimentation, </a:t>
          </a:r>
          <a:br>
            <a:rPr lang="en-US" sz="1300" b="1" kern="1200" dirty="0">
              <a:solidFill>
                <a:srgbClr val="24323E"/>
              </a:solidFill>
            </a:rPr>
          </a:br>
          <a:r>
            <a:rPr lang="en-US" sz="1300" b="1" kern="1200" dirty="0">
              <a:solidFill>
                <a:srgbClr val="24323E"/>
              </a:solidFill>
            </a:rPr>
            <a:t>Simple ML Algorithms</a:t>
          </a:r>
        </a:p>
      </dsp:txBody>
      <dsp:txXfrm>
        <a:off x="2275229" y="1108201"/>
        <a:ext cx="1621184" cy="761273"/>
      </dsp:txXfrm>
    </dsp:sp>
    <dsp:sp modelId="{106C3ABE-6F8E-4F9F-9A10-EC0E0CB015EA}">
      <dsp:nvSpPr>
        <dsp:cNvPr id="0" name=""/>
        <dsp:cNvSpPr/>
      </dsp:nvSpPr>
      <dsp:spPr>
        <a:xfrm>
          <a:off x="1330936" y="1869474"/>
          <a:ext cx="3509770" cy="761273"/>
        </a:xfrm>
        <a:prstGeom prst="trapezoid">
          <a:avLst>
            <a:gd name="adj" fmla="val 66707"/>
          </a:avLst>
        </a:prstGeom>
        <a:solidFill>
          <a:srgbClr val="F6713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bg1"/>
              </a:solidFill>
            </a:rPr>
            <a:t>Analytics, Metrics, </a:t>
          </a:r>
          <a:br>
            <a:rPr lang="en-US" sz="1500" b="1" kern="1200" dirty="0">
              <a:solidFill>
                <a:schemeClr val="bg1"/>
              </a:solidFill>
            </a:rPr>
          </a:br>
          <a:r>
            <a:rPr lang="en-US" sz="1500" b="1" kern="1200" dirty="0">
              <a:solidFill>
                <a:schemeClr val="bg1"/>
              </a:solidFill>
            </a:rPr>
            <a:t>Segments, Aggregates, Features, Training Data</a:t>
          </a:r>
        </a:p>
      </dsp:txBody>
      <dsp:txXfrm>
        <a:off x="1945146" y="1869474"/>
        <a:ext cx="2281350" cy="761273"/>
      </dsp:txXfrm>
    </dsp:sp>
    <dsp:sp modelId="{E2F40685-9B91-4D29-8509-0D7C681BCE49}">
      <dsp:nvSpPr>
        <dsp:cNvPr id="0" name=""/>
        <dsp:cNvSpPr/>
      </dsp:nvSpPr>
      <dsp:spPr>
        <a:xfrm>
          <a:off x="1015640" y="2630748"/>
          <a:ext cx="4140361" cy="472659"/>
        </a:xfrm>
        <a:prstGeom prst="trapezoid">
          <a:avLst>
            <a:gd name="adj" fmla="val 66707"/>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Cleaning, Anomaly Detection, Prep</a:t>
          </a:r>
        </a:p>
      </dsp:txBody>
      <dsp:txXfrm>
        <a:off x="1740204" y="2630748"/>
        <a:ext cx="2691234" cy="472659"/>
      </dsp:txXfrm>
    </dsp:sp>
    <dsp:sp modelId="{CD3F9DF1-4086-42C4-BBFF-4E1C43B018F3}">
      <dsp:nvSpPr>
        <dsp:cNvPr id="0" name=""/>
        <dsp:cNvSpPr/>
      </dsp:nvSpPr>
      <dsp:spPr>
        <a:xfrm>
          <a:off x="507820" y="3103407"/>
          <a:ext cx="5156002" cy="761273"/>
        </a:xfrm>
        <a:prstGeom prst="trapezoid">
          <a:avLst>
            <a:gd name="adj" fmla="val 66707"/>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Reliable Data Flow, Infrastructure, Pipelines, </a:t>
          </a:r>
          <a:br>
            <a:rPr lang="en-US" sz="1400" b="1" kern="1200" dirty="0">
              <a:solidFill>
                <a:schemeClr val="bg1"/>
              </a:solidFill>
            </a:rPr>
          </a:br>
          <a:r>
            <a:rPr lang="en-US" sz="1400" b="1" kern="1200" dirty="0">
              <a:solidFill>
                <a:schemeClr val="bg1"/>
              </a:solidFill>
            </a:rPr>
            <a:t>ETL, Structured &amp; Unstructured Data Storage</a:t>
          </a:r>
        </a:p>
      </dsp:txBody>
      <dsp:txXfrm>
        <a:off x="1410120" y="3103407"/>
        <a:ext cx="3351401" cy="761273"/>
      </dsp:txXfrm>
    </dsp:sp>
    <dsp:sp modelId="{CA7E92EB-4DD1-462F-97CD-D8F1EA8A700B}">
      <dsp:nvSpPr>
        <dsp:cNvPr id="0" name=""/>
        <dsp:cNvSpPr/>
      </dsp:nvSpPr>
      <dsp:spPr>
        <a:xfrm>
          <a:off x="0" y="3864681"/>
          <a:ext cx="6171643" cy="761273"/>
        </a:xfrm>
        <a:prstGeom prst="trapezoid">
          <a:avLst>
            <a:gd name="adj" fmla="val 66707"/>
          </a:avLst>
        </a:prstGeom>
        <a:solidFill>
          <a:srgbClr val="2432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rPr>
            <a:t>Instrumentation, Logging, Sensors, </a:t>
          </a:r>
          <a:br>
            <a:rPr lang="en-US" sz="1600" b="1" kern="1200" dirty="0">
              <a:solidFill>
                <a:schemeClr val="bg1"/>
              </a:solidFill>
            </a:rPr>
          </a:br>
          <a:r>
            <a:rPr lang="en-US" sz="1600" b="1" kern="1200" dirty="0">
              <a:solidFill>
                <a:schemeClr val="bg1"/>
              </a:solidFill>
            </a:rPr>
            <a:t>External Data, User-Generated Content</a:t>
          </a:r>
        </a:p>
      </dsp:txBody>
      <dsp:txXfrm>
        <a:off x="1080037" y="3864681"/>
        <a:ext cx="4011567" cy="7612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AE4ADB-A474-48A4-860E-A6A95D9A8456}">
      <dsp:nvSpPr>
        <dsp:cNvPr id="0" name=""/>
        <dsp:cNvSpPr/>
      </dsp:nvSpPr>
      <dsp:spPr>
        <a:xfrm rot="5400000">
          <a:off x="6798240" y="-2897424"/>
          <a:ext cx="1088104" cy="7159100"/>
        </a:xfrm>
        <a:prstGeom prst="round2SameRect">
          <a:avLst/>
        </a:prstGeom>
        <a:solidFill>
          <a:schemeClr val="accent5">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lr>
              <a:srgbClr val="24323E"/>
            </a:buClr>
            <a:buFont typeface="Wingdings" panose="05000000000000000000" pitchFamily="2" charset="2"/>
            <a:buChar char="§"/>
          </a:pPr>
          <a:r>
            <a:rPr lang="en-US" sz="2100" kern="1200" dirty="0">
              <a:solidFill>
                <a:srgbClr val="24323E"/>
              </a:solidFill>
            </a:rPr>
            <a:t>This is the step where sensors wait for upstream data sources to land. Once available, we transport the data from their source locations to further transformations.</a:t>
          </a:r>
        </a:p>
      </dsp:txBody>
      <dsp:txXfrm rot="-5400000">
        <a:off x="3762743" y="191190"/>
        <a:ext cx="7105983" cy="981870"/>
      </dsp:txXfrm>
    </dsp:sp>
    <dsp:sp modelId="{175C2C8B-AFFC-4405-A2F8-19C0F617D1B0}">
      <dsp:nvSpPr>
        <dsp:cNvPr id="0" name=""/>
        <dsp:cNvSpPr/>
      </dsp:nvSpPr>
      <dsp:spPr>
        <a:xfrm>
          <a:off x="264251" y="2060"/>
          <a:ext cx="3498491" cy="1360130"/>
        </a:xfrm>
        <a:prstGeom prst="round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r" defTabSz="1600200">
            <a:lnSpc>
              <a:spcPct val="90000"/>
            </a:lnSpc>
            <a:spcBef>
              <a:spcPct val="0"/>
            </a:spcBef>
            <a:spcAft>
              <a:spcPct val="35000"/>
            </a:spcAft>
            <a:buNone/>
          </a:pPr>
          <a:r>
            <a:rPr lang="en-US" sz="3600" kern="1200" dirty="0"/>
            <a:t>Extract</a:t>
          </a:r>
          <a:endParaRPr lang="en-US" sz="6000" kern="1200" dirty="0"/>
        </a:p>
      </dsp:txBody>
      <dsp:txXfrm>
        <a:off x="330647" y="68456"/>
        <a:ext cx="3365699" cy="1227338"/>
      </dsp:txXfrm>
    </dsp:sp>
    <dsp:sp modelId="{D61B7368-7695-4E12-A3B5-CF593EDD2F98}">
      <dsp:nvSpPr>
        <dsp:cNvPr id="0" name=""/>
        <dsp:cNvSpPr/>
      </dsp:nvSpPr>
      <dsp:spPr>
        <a:xfrm rot="5400000">
          <a:off x="6798240" y="-1469286"/>
          <a:ext cx="1088104" cy="7159100"/>
        </a:xfrm>
        <a:prstGeom prst="round2SameRect">
          <a:avLst/>
        </a:prstGeom>
        <a:solidFill>
          <a:schemeClr val="accent5">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lr>
              <a:srgbClr val="24323E"/>
            </a:buClr>
            <a:buFont typeface="Wingdings" panose="05000000000000000000" pitchFamily="2" charset="2"/>
            <a:buChar char="§"/>
          </a:pPr>
          <a:r>
            <a:rPr lang="en-US" sz="2100" kern="1200" dirty="0">
              <a:solidFill>
                <a:srgbClr val="24323E"/>
              </a:solidFill>
            </a:rPr>
            <a:t>The heart of any ETL job: apply business logic, perform actions such as filtering, grouping, and aggregation to translate raw data into analysis-ready datasets.</a:t>
          </a:r>
        </a:p>
      </dsp:txBody>
      <dsp:txXfrm rot="-5400000">
        <a:off x="3762743" y="1619328"/>
        <a:ext cx="7105983" cy="981870"/>
      </dsp:txXfrm>
    </dsp:sp>
    <dsp:sp modelId="{033CCE98-E944-4FE0-B57E-ABB47D325DAE}">
      <dsp:nvSpPr>
        <dsp:cNvPr id="0" name=""/>
        <dsp:cNvSpPr/>
      </dsp:nvSpPr>
      <dsp:spPr>
        <a:xfrm>
          <a:off x="264251" y="1430198"/>
          <a:ext cx="3498491" cy="1360130"/>
        </a:xfrm>
        <a:prstGeom prst="round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r" defTabSz="1600200">
            <a:lnSpc>
              <a:spcPct val="90000"/>
            </a:lnSpc>
            <a:spcBef>
              <a:spcPct val="0"/>
            </a:spcBef>
            <a:spcAft>
              <a:spcPct val="35000"/>
            </a:spcAft>
            <a:buNone/>
          </a:pPr>
          <a:r>
            <a:rPr lang="en-US" sz="3600" kern="1200" dirty="0"/>
            <a:t>Transform</a:t>
          </a:r>
          <a:endParaRPr lang="en-US" sz="6000" kern="1200" dirty="0"/>
        </a:p>
      </dsp:txBody>
      <dsp:txXfrm>
        <a:off x="330647" y="1496594"/>
        <a:ext cx="3365699" cy="1227338"/>
      </dsp:txXfrm>
    </dsp:sp>
    <dsp:sp modelId="{3D2F9F03-066A-41F9-A0FC-358D96B11950}">
      <dsp:nvSpPr>
        <dsp:cNvPr id="0" name=""/>
        <dsp:cNvSpPr/>
      </dsp:nvSpPr>
      <dsp:spPr>
        <a:xfrm rot="5400000">
          <a:off x="6798240" y="-41149"/>
          <a:ext cx="1088104" cy="7159100"/>
        </a:xfrm>
        <a:prstGeom prst="round2SameRect">
          <a:avLst/>
        </a:prstGeom>
        <a:solidFill>
          <a:schemeClr val="tx2">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lr>
              <a:srgbClr val="24323E"/>
            </a:buClr>
            <a:buFont typeface="Wingdings" panose="05000000000000000000" pitchFamily="2" charset="2"/>
            <a:buChar char="§"/>
          </a:pPr>
          <a:r>
            <a:rPr lang="en-US" sz="2100" kern="1200" dirty="0">
              <a:solidFill>
                <a:srgbClr val="24323E"/>
              </a:solidFill>
            </a:rPr>
            <a:t>Load the processed data and transport to a final destination. Can now be consumed directly by end-users or treated as yet another upstream dependency.</a:t>
          </a:r>
        </a:p>
      </dsp:txBody>
      <dsp:txXfrm rot="-5400000">
        <a:off x="3762743" y="3047465"/>
        <a:ext cx="7105983" cy="981870"/>
      </dsp:txXfrm>
    </dsp:sp>
    <dsp:sp modelId="{950BA2B8-1B42-4568-8C9B-A90955128EF4}">
      <dsp:nvSpPr>
        <dsp:cNvPr id="0" name=""/>
        <dsp:cNvSpPr/>
      </dsp:nvSpPr>
      <dsp:spPr>
        <a:xfrm>
          <a:off x="264251" y="2858335"/>
          <a:ext cx="3498491" cy="1360130"/>
        </a:xfrm>
        <a:prstGeom prst="roundRect">
          <a:avLst/>
        </a:prstGeom>
        <a:solidFill>
          <a:srgbClr val="2432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r" defTabSz="1778000">
            <a:lnSpc>
              <a:spcPct val="90000"/>
            </a:lnSpc>
            <a:spcBef>
              <a:spcPct val="0"/>
            </a:spcBef>
            <a:spcAft>
              <a:spcPct val="35000"/>
            </a:spcAft>
            <a:buNone/>
          </a:pPr>
          <a:r>
            <a:rPr lang="en-US" sz="4000" kern="1200" dirty="0"/>
            <a:t>Load</a:t>
          </a:r>
          <a:endParaRPr lang="en-US" sz="6500" kern="1200" dirty="0"/>
        </a:p>
      </dsp:txBody>
      <dsp:txXfrm>
        <a:off x="330647" y="2924731"/>
        <a:ext cx="3365699" cy="122733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E8250-836C-4596-ADD4-8CE84A9F3658}" type="datetimeFigureOut">
              <a:rPr lang="en-US" smtClean="0"/>
              <a:t>8/25/26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1AB1C-B1CF-4633-A916-1077CDDCE2AE}" type="slidenum">
              <a:rPr lang="en-US" smtClean="0"/>
              <a:t>‹#›</a:t>
            </a:fld>
            <a:endParaRPr lang="en-US"/>
          </a:p>
        </p:txBody>
      </p:sp>
    </p:spTree>
    <p:extLst>
      <p:ext uri="{BB962C8B-B14F-4D97-AF65-F5344CB8AC3E}">
        <p14:creationId xmlns:p14="http://schemas.microsoft.com/office/powerpoint/2010/main" val="1454578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Back</a:t>
            </a:r>
            <a:r>
              <a:rPr lang="en-US" baseline="0" dirty="0"/>
              <a:t> in the days when Mainframe computers ruled the earth, their primary job was to store vast quantities of data upon which to perform statistical analysis.  Though many things have changed in the computing ecosystem, this task is as prevalent now as it was at the dawn of the computing era. “Traditionally” these tasks have been performed using </a:t>
            </a:r>
            <a:r>
              <a:rPr lang="en-US" dirty="0"/>
              <a:t>Synchronous</a:t>
            </a:r>
            <a:r>
              <a:rPr lang="en-US" baseline="0" dirty="0"/>
              <a:t> Multi-Processing (SMP) servers; powerful machines that achieve amazing results by increasing their CPU, Memory and Storage capacities to meet an ever-increasing demand.  Not unlike the mainframes of the past, this “scale-up” approach strives to meet growing demand by increasing the data processing capability of a single server instance.  Following this approach decades of innovation have rendered increasingly powerful hardware, but everything has its limit.  No matter how powerful, computers have a logical upward bound.   So what were the data geeks to do next?</a:t>
            </a:r>
            <a:endParaRPr lang="en-US" dirty="0"/>
          </a:p>
          <a:p>
            <a:endParaRPr lang="en-US" dirty="0"/>
          </a:p>
        </p:txBody>
      </p:sp>
      <p:sp>
        <p:nvSpPr>
          <p:cNvPr id="4" name="Slide Number Placeholder 3"/>
          <p:cNvSpPr>
            <a:spLocks noGrp="1"/>
          </p:cNvSpPr>
          <p:nvPr>
            <p:ph type="sldNum" sz="quarter" idx="5"/>
          </p:nvPr>
        </p:nvSpPr>
        <p:spPr/>
        <p:txBody>
          <a:bodyPr/>
          <a:lstStyle/>
          <a:p>
            <a:fld id="{4641AB1C-B1CF-4633-A916-1077CDDCE2AE}" type="slidenum">
              <a:rPr lang="en-US" smtClean="0"/>
              <a:t>12</a:t>
            </a:fld>
            <a:endParaRPr lang="en-US"/>
          </a:p>
        </p:txBody>
      </p:sp>
    </p:spTree>
    <p:extLst>
      <p:ext uri="{BB962C8B-B14F-4D97-AF65-F5344CB8AC3E}">
        <p14:creationId xmlns:p14="http://schemas.microsoft.com/office/powerpoint/2010/main" val="2972998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Back</a:t>
            </a:r>
            <a:r>
              <a:rPr lang="en-US" baseline="0" dirty="0"/>
              <a:t> in the days when Mainframe computers ruled the earth, their primary job was to store vast quantities of data upon which to perform statistical analysis.  Though many things have changed in the computing ecosystem, this task is as prevalent now as it was at the dawn of the computing era. “Traditionally” these tasks have been performed using </a:t>
            </a:r>
            <a:r>
              <a:rPr lang="en-US" dirty="0"/>
              <a:t>Synchronous</a:t>
            </a:r>
            <a:r>
              <a:rPr lang="en-US" baseline="0" dirty="0"/>
              <a:t> Multi-Processing (SMP) servers; powerful machines that achieve amazing results by increasing their CPU, Memory and Storage capacities to meet an ever-increasing demand.  Not unlike the mainframes of the past, this “scale-up” approach strives to meet growing demand by increasing the data processing capability of a single server instance.  Following this approach decades of innovation have rendered increasingly powerful hardware, but everything has its limit.  No matter how powerful, computers have a logical upward bound.   So what were the data geeks to do next?</a:t>
            </a:r>
            <a:endParaRPr lang="en-US" dirty="0"/>
          </a:p>
          <a:p>
            <a:endParaRPr lang="en-US" dirty="0"/>
          </a:p>
        </p:txBody>
      </p:sp>
      <p:sp>
        <p:nvSpPr>
          <p:cNvPr id="4" name="Slide Number Placeholder 3"/>
          <p:cNvSpPr>
            <a:spLocks noGrp="1"/>
          </p:cNvSpPr>
          <p:nvPr>
            <p:ph type="sldNum" sz="quarter" idx="5"/>
          </p:nvPr>
        </p:nvSpPr>
        <p:spPr/>
        <p:txBody>
          <a:bodyPr/>
          <a:lstStyle/>
          <a:p>
            <a:fld id="{4641AB1C-B1CF-4633-A916-1077CDDCE2AE}" type="slidenum">
              <a:rPr lang="en-US" smtClean="0"/>
              <a:t>13</a:t>
            </a:fld>
            <a:endParaRPr lang="en-US"/>
          </a:p>
        </p:txBody>
      </p:sp>
    </p:spTree>
    <p:extLst>
      <p:ext uri="{BB962C8B-B14F-4D97-AF65-F5344CB8AC3E}">
        <p14:creationId xmlns:p14="http://schemas.microsoft.com/office/powerpoint/2010/main" val="11941944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defRPr sz="6000">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8" name="Rectangle 7">
            <a:extLst>
              <a:ext uri="{FF2B5EF4-FFF2-40B4-BE49-F238E27FC236}">
                <a16:creationId xmlns:a16="http://schemas.microsoft.com/office/drawing/2014/main" id="{4C8F91D3-C175-4E31-94F8-8954545A194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A02294C-7E6C-45B8-8A66-9C558CA7B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69651-5CF9-4A71-BA2D-52C300D681FD}"/>
              </a:ext>
            </a:extLst>
          </p:cNvPr>
          <p:cNvSpPr>
            <a:spLocks noGrp="1"/>
          </p:cNvSpPr>
          <p:nvPr>
            <p:ph type="sldNum" sz="quarter" idx="12"/>
          </p:nvPr>
        </p:nvSpPr>
        <p:spPr/>
        <p:txBody>
          <a:bodyPr/>
          <a:lstStyle/>
          <a:p>
            <a:fld id="{D5D0E0BB-C5BC-4E94-AD2F-C01416FBA9AF}" type="slidenum">
              <a:rPr lang="en-US" smtClean="0"/>
              <a:t>‹#›</a:t>
            </a:fld>
            <a:endParaRPr lang="en-US"/>
          </a:p>
        </p:txBody>
      </p:sp>
      <p:pic>
        <p:nvPicPr>
          <p:cNvPr id="12" name="Picture 2" descr="UVa Logo">
            <a:extLst>
              <a:ext uri="{FF2B5EF4-FFF2-40B4-BE49-F238E27FC236}">
                <a16:creationId xmlns:a16="http://schemas.microsoft.com/office/drawing/2014/main" id="{A23163B0-F7B8-4DE9-B718-0172B1E18BE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7030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defRPr sz="6000">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8" name="Rectangle 7">
            <a:extLst>
              <a:ext uri="{FF2B5EF4-FFF2-40B4-BE49-F238E27FC236}">
                <a16:creationId xmlns:a16="http://schemas.microsoft.com/office/drawing/2014/main" id="{4C8F91D3-C175-4E31-94F8-8954545A194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A23163B0-F7B8-4DE9-B718-0172B1E18BE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74463"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01643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A6A8-583C-4B61-8542-D7C3862AEDAC}"/>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CA15F41-01A7-4EFA-A30D-6156DE46DB72}"/>
              </a:ext>
            </a:extLst>
          </p:cNvPr>
          <p:cNvSpPr>
            <a:spLocks noGrp="1"/>
          </p:cNvSpPr>
          <p:nvPr>
            <p:ph idx="1"/>
          </p:nvPr>
        </p:nvSpPr>
        <p:spPr>
          <a:xfrm>
            <a:off x="425802" y="1551008"/>
            <a:ext cx="11178526" cy="4625955"/>
          </a:xfrm>
        </p:spPr>
        <p:txBody>
          <a:bodyPr/>
          <a:lstStyle>
            <a:lvl1pPr marL="2286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1pPr>
            <a:lvl2pPr marL="685800" indent="-228600">
              <a:buClr>
                <a:srgbClr val="F67132"/>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2pPr>
            <a:lvl3pPr marL="11430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3pPr>
            <a:lvl4pPr marL="1600200" indent="-228600">
              <a:buClr>
                <a:srgbClr val="F67132"/>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4pPr>
            <a:lvl5pPr marL="20574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DE138A0-9F3C-4D4E-A5BB-5DB1CA18D5A6}"/>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5" name="Footer Placeholder 4">
            <a:extLst>
              <a:ext uri="{FF2B5EF4-FFF2-40B4-BE49-F238E27FC236}">
                <a16:creationId xmlns:a16="http://schemas.microsoft.com/office/drawing/2014/main" id="{92CBD177-DEE3-487E-963D-9D8E870EE434}"/>
              </a:ext>
            </a:extLst>
          </p:cNvPr>
          <p:cNvSpPr>
            <a:spLocks noGrp="1"/>
          </p:cNvSpPr>
          <p:nvPr>
            <p:ph type="ftr" sz="quarter" idx="11"/>
          </p:nvPr>
        </p:nvSpPr>
        <p:spPr/>
        <p:txBody>
          <a:bodyPr/>
          <a:lstStyle/>
          <a:p>
            <a:endParaRPr lang="en-US"/>
          </a:p>
        </p:txBody>
      </p:sp>
      <p:sp>
        <p:nvSpPr>
          <p:cNvPr id="8" name="Rectangle 7">
            <a:extLst>
              <a:ext uri="{FF2B5EF4-FFF2-40B4-BE49-F238E27FC236}">
                <a16:creationId xmlns:a16="http://schemas.microsoft.com/office/drawing/2014/main" id="{D05E8E3F-21E7-4D82-AF2E-88E4CEF77843}"/>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AAC36415-0399-430F-A5BD-465C7170F859}"/>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Rectangle 6">
            <a:extLst>
              <a:ext uri="{FF2B5EF4-FFF2-40B4-BE49-F238E27FC236}">
                <a16:creationId xmlns:a16="http://schemas.microsoft.com/office/drawing/2014/main" id="{A04CB88B-2595-4D36-8F78-87400EF726A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UVa Logo">
            <a:extLst>
              <a:ext uri="{FF2B5EF4-FFF2-40B4-BE49-F238E27FC236}">
                <a16:creationId xmlns:a16="http://schemas.microsoft.com/office/drawing/2014/main" id="{7383D1B5-09AA-4FBD-A664-826B10E135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2C156C22-D0CC-437F-A096-09BB518041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9" name="Text Placeholder 1">
            <a:extLst>
              <a:ext uri="{FF2B5EF4-FFF2-40B4-BE49-F238E27FC236}">
                <a16:creationId xmlns:a16="http://schemas.microsoft.com/office/drawing/2014/main" id="{9E59CDD5-C42A-49A7-B529-8E24FDD70315}"/>
              </a:ext>
            </a:extLst>
          </p:cNvPr>
          <p:cNvSpPr>
            <a:spLocks noGrp="1"/>
          </p:cNvSpPr>
          <p:nvPr>
            <p:ph type="body" sz="quarter" idx="13"/>
          </p:nvPr>
        </p:nvSpPr>
        <p:spPr>
          <a:xfrm>
            <a:off x="426424" y="939739"/>
            <a:ext cx="10268584" cy="369332"/>
          </a:xfrm>
        </p:spPr>
        <p:txBody>
          <a:bodyPr/>
          <a:lstStyle>
            <a:lvl1pPr marL="0" indent="0">
              <a:buFontTx/>
              <a:buNone/>
              <a:defRPr>
                <a:solidFill>
                  <a:srgbClr val="24323E"/>
                </a:solidFill>
                <a:latin typeface="Times New Roman" panose="02020603050405020304" pitchFamily="18" charset="0"/>
                <a:cs typeface="Times New Roman" panose="02020603050405020304" pitchFamily="18" charset="0"/>
              </a:defRPr>
            </a:lvl1pPr>
          </a:lstStyle>
          <a:p>
            <a:r>
              <a:rPr lang="en-AU" sz="2400" dirty="0"/>
              <a:t>Full DevOps Capability for Machine Learning Development &amp; Operationalization</a:t>
            </a:r>
          </a:p>
        </p:txBody>
      </p:sp>
      <p:grpSp>
        <p:nvGrpSpPr>
          <p:cNvPr id="20" name="Group 19">
            <a:extLst>
              <a:ext uri="{FF2B5EF4-FFF2-40B4-BE49-F238E27FC236}">
                <a16:creationId xmlns:a16="http://schemas.microsoft.com/office/drawing/2014/main" id="{54E34AA6-A662-4F8A-95EB-9709DED25BD2}"/>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90CA6DF7-67F2-4590-8C5E-D082420E6F59}"/>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Intramural-Recreational Sports at UVA">
              <a:extLst>
                <a:ext uri="{FF2B5EF4-FFF2-40B4-BE49-F238E27FC236}">
                  <a16:creationId xmlns:a16="http://schemas.microsoft.com/office/drawing/2014/main" id="{9727E960-6D1E-42F4-B65C-475ECB9B1B47}"/>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2240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9843-407A-43C4-8943-ECDF4278F1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1746FA-46B8-40D1-87A2-85412956C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B9FEF9-D3D1-4020-A429-5BE1AE937B6A}"/>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5" name="Footer Placeholder 4">
            <a:extLst>
              <a:ext uri="{FF2B5EF4-FFF2-40B4-BE49-F238E27FC236}">
                <a16:creationId xmlns:a16="http://schemas.microsoft.com/office/drawing/2014/main" id="{FE8D5D15-1BF4-49C1-8A7A-416D917E5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8E9D6-4AB0-4D21-812F-CF16AF25C91E}"/>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39EC3E30-8BF2-4EDC-A69F-038FADBE04F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8" name="Rectangle 7">
            <a:extLst>
              <a:ext uri="{FF2B5EF4-FFF2-40B4-BE49-F238E27FC236}">
                <a16:creationId xmlns:a16="http://schemas.microsoft.com/office/drawing/2014/main" id="{829C2C60-7F8D-41AB-904C-3EC1F25F1425}"/>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605D592E-7C96-4AEC-BC7C-8597269C852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695CC881-5C33-44B1-805F-2F580197382A}"/>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AAC63779-D1BE-45EE-8A12-E7BE16E59C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FBBEE2EF-2CAA-462A-85C8-C1F1CC8EDE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3" name="Group 12">
            <a:extLst>
              <a:ext uri="{FF2B5EF4-FFF2-40B4-BE49-F238E27FC236}">
                <a16:creationId xmlns:a16="http://schemas.microsoft.com/office/drawing/2014/main" id="{F7224774-E8AF-4FE2-BC64-59AF7DAA1001}"/>
              </a:ext>
            </a:extLst>
          </p:cNvPr>
          <p:cNvGrpSpPr/>
          <p:nvPr userDrawn="1"/>
        </p:nvGrpSpPr>
        <p:grpSpPr>
          <a:xfrm>
            <a:off x="11076976" y="377318"/>
            <a:ext cx="909320" cy="871737"/>
            <a:chOff x="10695008" y="365126"/>
            <a:chExt cx="909320" cy="871737"/>
          </a:xfrm>
        </p:grpSpPr>
        <p:sp>
          <p:nvSpPr>
            <p:cNvPr id="14" name="Oval 13">
              <a:extLst>
                <a:ext uri="{FF2B5EF4-FFF2-40B4-BE49-F238E27FC236}">
                  <a16:creationId xmlns:a16="http://schemas.microsoft.com/office/drawing/2014/main" id="{5049CD17-31D1-4801-9664-ED1B9C685CDC}"/>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0" descr="Intramural-Recreational Sports at UVA">
              <a:extLst>
                <a:ext uri="{FF2B5EF4-FFF2-40B4-BE49-F238E27FC236}">
                  <a16:creationId xmlns:a16="http://schemas.microsoft.com/office/drawing/2014/main" id="{16158328-4B45-4D93-9F97-C86EAD4C9093}"/>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1046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92C1B-E274-4C74-8A5D-D884564625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5BE9BE-0665-4DCE-A748-AE68B5E0A3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1F7F03-C309-43EB-9987-F81D6D20C085}"/>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6" name="Footer Placeholder 5">
            <a:extLst>
              <a:ext uri="{FF2B5EF4-FFF2-40B4-BE49-F238E27FC236}">
                <a16:creationId xmlns:a16="http://schemas.microsoft.com/office/drawing/2014/main" id="{788CB655-6BAB-4C80-9E6D-7AB4B6F3C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512FCB-42C4-443A-B165-E55BFEB58486}"/>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85064EE2-38C1-45C1-B913-7210E0504085}"/>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9" name="Rectangle 8">
            <a:extLst>
              <a:ext uri="{FF2B5EF4-FFF2-40B4-BE49-F238E27FC236}">
                <a16:creationId xmlns:a16="http://schemas.microsoft.com/office/drawing/2014/main" id="{4B69941A-AE8B-48D6-BC41-092F90C7EDFF}"/>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5EDBD34F-3EA6-4631-95FB-C7ABE8356313}"/>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BCB19452-6632-4D41-9309-9BCB6C3758AF}"/>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F3CCDF47-85C8-4F1F-89A9-9CB9AEBCAC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FFBEC18F-B51F-4C73-B0FD-68BE0551D3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7" name="Title 1">
            <a:extLst>
              <a:ext uri="{FF2B5EF4-FFF2-40B4-BE49-F238E27FC236}">
                <a16:creationId xmlns:a16="http://schemas.microsoft.com/office/drawing/2014/main" id="{B56D442A-5B6F-4AE6-AB1B-9E146EB7024E}"/>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8" name="Group 17">
            <a:extLst>
              <a:ext uri="{FF2B5EF4-FFF2-40B4-BE49-F238E27FC236}">
                <a16:creationId xmlns:a16="http://schemas.microsoft.com/office/drawing/2014/main" id="{DD912D32-B30C-45BB-9DEB-75F66B355982}"/>
              </a:ext>
            </a:extLst>
          </p:cNvPr>
          <p:cNvGrpSpPr/>
          <p:nvPr userDrawn="1"/>
        </p:nvGrpSpPr>
        <p:grpSpPr>
          <a:xfrm>
            <a:off x="11181572" y="161927"/>
            <a:ext cx="804724" cy="771464"/>
            <a:chOff x="10695008" y="365126"/>
            <a:chExt cx="909320" cy="871737"/>
          </a:xfrm>
        </p:grpSpPr>
        <p:sp>
          <p:nvSpPr>
            <p:cNvPr id="19" name="Oval 18">
              <a:extLst>
                <a:ext uri="{FF2B5EF4-FFF2-40B4-BE49-F238E27FC236}">
                  <a16:creationId xmlns:a16="http://schemas.microsoft.com/office/drawing/2014/main" id="{750E0DDE-09DC-4068-BB45-BA6E627017FD}"/>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0" descr="Intramural-Recreational Sports at UVA">
              <a:extLst>
                <a:ext uri="{FF2B5EF4-FFF2-40B4-BE49-F238E27FC236}">
                  <a16:creationId xmlns:a16="http://schemas.microsoft.com/office/drawing/2014/main" id="{39C4A101-513A-4196-9307-02F65C1C8175}"/>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680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0147A-A342-4D7A-A25A-B96301214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B0977B-26B0-4D55-9C6F-9BDB92C12B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514942-0798-489E-9803-EB3E321340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096F4-02D1-411E-B6DD-51BA3FAF6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BFD05A-651E-4DDA-9264-6927716D281F}"/>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8" name="Footer Placeholder 7">
            <a:extLst>
              <a:ext uri="{FF2B5EF4-FFF2-40B4-BE49-F238E27FC236}">
                <a16:creationId xmlns:a16="http://schemas.microsoft.com/office/drawing/2014/main" id="{4464FEC5-13F6-45CA-B72A-E436454517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964271-A320-48D6-9C89-EBBAC019F2AC}"/>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10" name="Date Placeholder 3">
            <a:extLst>
              <a:ext uri="{FF2B5EF4-FFF2-40B4-BE49-F238E27FC236}">
                <a16:creationId xmlns:a16="http://schemas.microsoft.com/office/drawing/2014/main" id="{31A71450-5691-476E-AA79-B29C74D1711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11" name="Rectangle 10">
            <a:extLst>
              <a:ext uri="{FF2B5EF4-FFF2-40B4-BE49-F238E27FC236}">
                <a16:creationId xmlns:a16="http://schemas.microsoft.com/office/drawing/2014/main" id="{06295C27-5AA0-4C19-8FB4-77E5A2F860EB}"/>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A9DDD66B-75FE-469E-9AC1-596F40ADCE9D}"/>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3" name="Rectangle 12">
            <a:extLst>
              <a:ext uri="{FF2B5EF4-FFF2-40B4-BE49-F238E27FC236}">
                <a16:creationId xmlns:a16="http://schemas.microsoft.com/office/drawing/2014/main" id="{D8FA27D3-9F6B-4ED3-BB0C-CA5F61ED2350}"/>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UVa Logo">
            <a:extLst>
              <a:ext uri="{FF2B5EF4-FFF2-40B4-BE49-F238E27FC236}">
                <a16:creationId xmlns:a16="http://schemas.microsoft.com/office/drawing/2014/main" id="{99DCEE4B-8D92-4E84-A7E7-421BF82A0A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Logo&#10;&#10;Description automatically generated">
            <a:extLst>
              <a:ext uri="{FF2B5EF4-FFF2-40B4-BE49-F238E27FC236}">
                <a16:creationId xmlns:a16="http://schemas.microsoft.com/office/drawing/2014/main" id="{B9096913-499E-4198-ABB4-C4769D6FD0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9" name="Title 1">
            <a:extLst>
              <a:ext uri="{FF2B5EF4-FFF2-40B4-BE49-F238E27FC236}">
                <a16:creationId xmlns:a16="http://schemas.microsoft.com/office/drawing/2014/main" id="{389D66B7-190D-45DE-8402-B0D014A7D9B9}"/>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20" name="Group 19">
            <a:extLst>
              <a:ext uri="{FF2B5EF4-FFF2-40B4-BE49-F238E27FC236}">
                <a16:creationId xmlns:a16="http://schemas.microsoft.com/office/drawing/2014/main" id="{EE8AF6D6-3E54-4245-A773-23EDB9F0C850}"/>
              </a:ext>
            </a:extLst>
          </p:cNvPr>
          <p:cNvGrpSpPr/>
          <p:nvPr userDrawn="1"/>
        </p:nvGrpSpPr>
        <p:grpSpPr>
          <a:xfrm>
            <a:off x="11181572" y="161927"/>
            <a:ext cx="804724" cy="771464"/>
            <a:chOff x="10695008" y="365126"/>
            <a:chExt cx="909320" cy="871737"/>
          </a:xfrm>
        </p:grpSpPr>
        <p:sp>
          <p:nvSpPr>
            <p:cNvPr id="21" name="Oval 20">
              <a:extLst>
                <a:ext uri="{FF2B5EF4-FFF2-40B4-BE49-F238E27FC236}">
                  <a16:creationId xmlns:a16="http://schemas.microsoft.com/office/drawing/2014/main" id="{EBD50D10-3A04-4F7E-BCDC-6A340234FE10}"/>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10" descr="Intramural-Recreational Sports at UVA">
              <a:extLst>
                <a:ext uri="{FF2B5EF4-FFF2-40B4-BE49-F238E27FC236}">
                  <a16:creationId xmlns:a16="http://schemas.microsoft.com/office/drawing/2014/main" id="{A8D573F2-4BD6-4A1B-A4DF-31DC0D4F175F}"/>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0422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0C2993-1DD0-4AF3-9263-0787DA4AD704}"/>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4" name="Footer Placeholder 3">
            <a:extLst>
              <a:ext uri="{FF2B5EF4-FFF2-40B4-BE49-F238E27FC236}">
                <a16:creationId xmlns:a16="http://schemas.microsoft.com/office/drawing/2014/main" id="{BD4E353D-8B96-4301-A5EA-AD77E2EBA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BB16D0-E6B6-4A0B-AA3C-82E249A56AA3}"/>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6" name="Date Placeholder 3">
            <a:extLst>
              <a:ext uri="{FF2B5EF4-FFF2-40B4-BE49-F238E27FC236}">
                <a16:creationId xmlns:a16="http://schemas.microsoft.com/office/drawing/2014/main" id="{582A38BB-2887-4FD9-86AB-3CB9E7DBEC0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7" name="Rectangle 6">
            <a:extLst>
              <a:ext uri="{FF2B5EF4-FFF2-40B4-BE49-F238E27FC236}">
                <a16:creationId xmlns:a16="http://schemas.microsoft.com/office/drawing/2014/main" id="{B3CCC56E-2CD0-475A-BB93-F15521069102}"/>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DDC88B74-23A8-45A2-9583-9D8AECF9E8B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9" name="Rectangle 8">
            <a:extLst>
              <a:ext uri="{FF2B5EF4-FFF2-40B4-BE49-F238E27FC236}">
                <a16:creationId xmlns:a16="http://schemas.microsoft.com/office/drawing/2014/main" id="{2EC26BE1-B69C-47D5-989E-551682669618}"/>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UVa Logo">
            <a:extLst>
              <a:ext uri="{FF2B5EF4-FFF2-40B4-BE49-F238E27FC236}">
                <a16:creationId xmlns:a16="http://schemas.microsoft.com/office/drawing/2014/main" id="{0F5B2C2E-921F-43EA-BED7-A02634BCBE9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Logo&#10;&#10;Description automatically generated">
            <a:extLst>
              <a:ext uri="{FF2B5EF4-FFF2-40B4-BE49-F238E27FC236}">
                <a16:creationId xmlns:a16="http://schemas.microsoft.com/office/drawing/2014/main" id="{00286D67-5CD1-4A81-9050-65B293D5CA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5" name="Title 1">
            <a:extLst>
              <a:ext uri="{FF2B5EF4-FFF2-40B4-BE49-F238E27FC236}">
                <a16:creationId xmlns:a16="http://schemas.microsoft.com/office/drawing/2014/main" id="{4202D947-59FE-4D6C-AB1F-C647D513DC8A}"/>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6" name="Group 15">
            <a:extLst>
              <a:ext uri="{FF2B5EF4-FFF2-40B4-BE49-F238E27FC236}">
                <a16:creationId xmlns:a16="http://schemas.microsoft.com/office/drawing/2014/main" id="{C9EC6946-9F18-4356-805D-C4ACF39E6A0D}"/>
              </a:ext>
            </a:extLst>
          </p:cNvPr>
          <p:cNvGrpSpPr/>
          <p:nvPr userDrawn="1"/>
        </p:nvGrpSpPr>
        <p:grpSpPr>
          <a:xfrm>
            <a:off x="11181572" y="161927"/>
            <a:ext cx="804724" cy="771464"/>
            <a:chOff x="10695008" y="365126"/>
            <a:chExt cx="909320" cy="871737"/>
          </a:xfrm>
        </p:grpSpPr>
        <p:sp>
          <p:nvSpPr>
            <p:cNvPr id="17" name="Oval 16">
              <a:extLst>
                <a:ext uri="{FF2B5EF4-FFF2-40B4-BE49-F238E27FC236}">
                  <a16:creationId xmlns:a16="http://schemas.microsoft.com/office/drawing/2014/main" id="{8D81744C-3842-48A6-86F7-416904F7029B}"/>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0" descr="Intramural-Recreational Sports at UVA">
              <a:extLst>
                <a:ext uri="{FF2B5EF4-FFF2-40B4-BE49-F238E27FC236}">
                  <a16:creationId xmlns:a16="http://schemas.microsoft.com/office/drawing/2014/main" id="{338E3DF5-EB3A-4572-87AC-68F4C524E695}"/>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4903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6713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sz="quarter" idx="12"/>
          </p:nvPr>
        </p:nvSpPr>
        <p:spPr/>
        <p:txBody>
          <a:bodyPr/>
          <a:lstStyle/>
          <a:p>
            <a:fld id="{D5D0E0BB-C5BC-4E94-AD2F-C01416FBA9AF}" type="slidenum">
              <a:rPr lang="en-US" smtClean="0"/>
              <a:t>‹#›</a:t>
            </a:fld>
            <a:endParaRPr lang="en-US"/>
          </a:p>
        </p:txBody>
      </p:sp>
    </p:spTree>
    <p:extLst>
      <p:ext uri="{BB962C8B-B14F-4D97-AF65-F5344CB8AC3E}">
        <p14:creationId xmlns:p14="http://schemas.microsoft.com/office/powerpoint/2010/main" val="3257131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4323E"/>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sz="quarter" idx="12"/>
          </p:nvPr>
        </p:nvSpPr>
        <p:spPr/>
        <p:txBody>
          <a:bodyPr/>
          <a:lstStyle/>
          <a:p>
            <a:fld id="{D5D0E0BB-C5BC-4E94-AD2F-C01416FBA9AF}" type="slidenum">
              <a:rPr lang="en-US" smtClean="0"/>
              <a:t>‹#›</a:t>
            </a:fld>
            <a:endParaRPr lang="en-US"/>
          </a:p>
        </p:txBody>
      </p:sp>
      <p:pic>
        <p:nvPicPr>
          <p:cNvPr id="6" name="Picture 2" descr="UVa Logo">
            <a:extLst>
              <a:ext uri="{FF2B5EF4-FFF2-40B4-BE49-F238E27FC236}">
                <a16:creationId xmlns:a16="http://schemas.microsoft.com/office/drawing/2014/main" id="{8246A8F7-B067-4413-BF69-6547B25A24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6750" y="6359832"/>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51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34D5-7482-4CE6-B180-90A803F6A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BBA1A1-080F-4E12-90B8-C54E2FD3F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268D64-3E2B-4344-980C-2BB500AA6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65543-5D41-4C04-B6CE-015F8B3CFFFC}"/>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6" name="Footer Placeholder 5">
            <a:extLst>
              <a:ext uri="{FF2B5EF4-FFF2-40B4-BE49-F238E27FC236}">
                <a16:creationId xmlns:a16="http://schemas.microsoft.com/office/drawing/2014/main" id="{AE8D89D3-53D3-48C8-947B-BEAE68AF6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B3461-3888-4647-B8BB-A0AFFE899668}"/>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F48070AC-BA60-4FDB-9F03-76DEAE870C96}"/>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9" name="Rectangle 8">
            <a:extLst>
              <a:ext uri="{FF2B5EF4-FFF2-40B4-BE49-F238E27FC236}">
                <a16:creationId xmlns:a16="http://schemas.microsoft.com/office/drawing/2014/main" id="{3FADB978-C6DA-42F6-A6D6-0443AD2721F1}"/>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991605CD-36F4-4F07-8ECA-7E6CCB60F7A9}"/>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720E5A2E-745E-465E-84B4-A24161467CB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A2A4A736-1723-46E2-867C-4D5C49D3EBE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AF07627B-E2CC-42FC-9DC6-9064027E7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7" name="Group 16">
            <a:extLst>
              <a:ext uri="{FF2B5EF4-FFF2-40B4-BE49-F238E27FC236}">
                <a16:creationId xmlns:a16="http://schemas.microsoft.com/office/drawing/2014/main" id="{6F0BEEF6-28D2-4744-811F-09B68879D3A6}"/>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55921EC9-1E1A-47EA-B2C4-250D909B9C57}"/>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F261F83E-B23D-4BE4-B835-A0B01477F55C}"/>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95219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C13-2ADF-4673-BDF4-8000115F2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EB7044-A1A9-49F4-ABF4-B746FB0DE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FB8E2D-BD3A-493F-9A5F-D77FBBAD2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64559-B16D-4AA6-A577-5BB955F44E92}"/>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6" name="Footer Placeholder 5">
            <a:extLst>
              <a:ext uri="{FF2B5EF4-FFF2-40B4-BE49-F238E27FC236}">
                <a16:creationId xmlns:a16="http://schemas.microsoft.com/office/drawing/2014/main" id="{A61D6D9D-AD31-4D01-8133-54A7360B5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A56075-A4E2-46C7-9C2F-8FCA4EBA4CD9}"/>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F566203F-284C-4271-9538-EF4E7C575832}"/>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9" name="Rectangle 8">
            <a:extLst>
              <a:ext uri="{FF2B5EF4-FFF2-40B4-BE49-F238E27FC236}">
                <a16:creationId xmlns:a16="http://schemas.microsoft.com/office/drawing/2014/main" id="{D2C6E445-DF60-499A-8C48-BCC0D30D7283}"/>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D0A4B937-E142-446F-90F9-C68999624990}"/>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9AB07112-7DF7-4628-B876-6B30C4146CD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F9D3E468-524F-4872-A9F0-E70AE37AE3B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C1EBD9FF-52A9-4D8A-8187-DD8C641BAA4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7" name="Group 16">
            <a:extLst>
              <a:ext uri="{FF2B5EF4-FFF2-40B4-BE49-F238E27FC236}">
                <a16:creationId xmlns:a16="http://schemas.microsoft.com/office/drawing/2014/main" id="{9D15851C-358C-4375-97E7-DD0BBC10DF8B}"/>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BF7808A0-C14F-4BEA-9CDD-C49E164D8404}"/>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07CBDDCD-E460-4389-9B7E-58DFF7A597A9}"/>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05808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721FC45-7050-4DC1-BBB5-4EF6A827EE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1BF11-EDE7-4544-9157-83B81AC72A8D}"/>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5" name="Footer Placeholder 4">
            <a:extLst>
              <a:ext uri="{FF2B5EF4-FFF2-40B4-BE49-F238E27FC236}">
                <a16:creationId xmlns:a16="http://schemas.microsoft.com/office/drawing/2014/main" id="{BEE28599-E346-4E40-8555-70F984232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859DD-ADCA-48ED-8863-E30F2BA32E13}"/>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564507A5-37BD-44C3-875F-309B2EEC2670}"/>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8" name="Rectangle 7">
            <a:extLst>
              <a:ext uri="{FF2B5EF4-FFF2-40B4-BE49-F238E27FC236}">
                <a16:creationId xmlns:a16="http://schemas.microsoft.com/office/drawing/2014/main" id="{BCCC970A-4E11-464D-9E73-91BF7B16BE35}"/>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4133C02-13AA-4E0D-8684-3BEF3A909A9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287F7D4B-8021-4E40-881B-58CF4A21C57E}"/>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0EAF8BB7-1A38-4B60-A7CB-D46B130F73B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B5ED2904-8B34-4C6C-9E26-DD7F11ED19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6" name="Title 1">
            <a:extLst>
              <a:ext uri="{FF2B5EF4-FFF2-40B4-BE49-F238E27FC236}">
                <a16:creationId xmlns:a16="http://schemas.microsoft.com/office/drawing/2014/main" id="{B6EEE38B-5D63-4BA2-8F88-3C264D3CF821}"/>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7" name="Group 16">
            <a:extLst>
              <a:ext uri="{FF2B5EF4-FFF2-40B4-BE49-F238E27FC236}">
                <a16:creationId xmlns:a16="http://schemas.microsoft.com/office/drawing/2014/main" id="{4FD0E68E-3B6F-4AEF-AD73-4E1DA2834E65}"/>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C01846D5-932A-410E-B1BA-F40084784FEF}"/>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02AF5EFB-347D-44DF-9C51-82027BA80DF9}"/>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15494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F565A-D641-4F97-97FA-76BE4D7E13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0B5D24-6263-4A80-9414-895E66223A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037AF-BAE3-4BB1-8CF8-7341FC0C9052}"/>
              </a:ext>
            </a:extLst>
          </p:cNvPr>
          <p:cNvSpPr>
            <a:spLocks noGrp="1"/>
          </p:cNvSpPr>
          <p:nvPr>
            <p:ph type="dt" sz="half" idx="10"/>
          </p:nvPr>
        </p:nvSpPr>
        <p:spPr/>
        <p:txBody>
          <a:bodyPr/>
          <a:lstStyle/>
          <a:p>
            <a:fld id="{507A6976-490E-4B03-A9C3-CCC3E2FE72FE}" type="datetimeFigureOut">
              <a:rPr lang="en-US" smtClean="0"/>
              <a:t>8/25/26</a:t>
            </a:fld>
            <a:endParaRPr lang="en-US"/>
          </a:p>
        </p:txBody>
      </p:sp>
      <p:sp>
        <p:nvSpPr>
          <p:cNvPr id="5" name="Footer Placeholder 4">
            <a:extLst>
              <a:ext uri="{FF2B5EF4-FFF2-40B4-BE49-F238E27FC236}">
                <a16:creationId xmlns:a16="http://schemas.microsoft.com/office/drawing/2014/main" id="{5B91810C-95F7-4441-BA87-CFB309551B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D234A-AFB0-4695-A486-2A270860A0A1}"/>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B4D0ED06-B62E-43BF-B07A-F5AFB8B16F55}"/>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8/25/26</a:t>
            </a:fld>
            <a:endParaRPr lang="en-US"/>
          </a:p>
        </p:txBody>
      </p:sp>
      <p:sp>
        <p:nvSpPr>
          <p:cNvPr id="8" name="Rectangle 7">
            <a:extLst>
              <a:ext uri="{FF2B5EF4-FFF2-40B4-BE49-F238E27FC236}">
                <a16:creationId xmlns:a16="http://schemas.microsoft.com/office/drawing/2014/main" id="{9458E507-D487-4955-82CE-74626DB61F3F}"/>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B1C0A531-7B30-4A21-A81B-6C9DEA3E7AA1}"/>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C21323BC-D1EA-42FF-9D19-CE416E1EFC7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B2A5C6FA-9FA1-4020-80AD-577F0766DDF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20CAA742-BB40-492D-8EAF-C59A91D6F4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3" name="Group 12">
            <a:extLst>
              <a:ext uri="{FF2B5EF4-FFF2-40B4-BE49-F238E27FC236}">
                <a16:creationId xmlns:a16="http://schemas.microsoft.com/office/drawing/2014/main" id="{23B70360-EC03-402E-9270-BC67621080EE}"/>
              </a:ext>
            </a:extLst>
          </p:cNvPr>
          <p:cNvGrpSpPr/>
          <p:nvPr userDrawn="1"/>
        </p:nvGrpSpPr>
        <p:grpSpPr>
          <a:xfrm>
            <a:off x="250480" y="365126"/>
            <a:ext cx="909320" cy="871737"/>
            <a:chOff x="10695008" y="365126"/>
            <a:chExt cx="909320" cy="871737"/>
          </a:xfrm>
        </p:grpSpPr>
        <p:sp>
          <p:nvSpPr>
            <p:cNvPr id="14" name="Oval 13">
              <a:extLst>
                <a:ext uri="{FF2B5EF4-FFF2-40B4-BE49-F238E27FC236}">
                  <a16:creationId xmlns:a16="http://schemas.microsoft.com/office/drawing/2014/main" id="{3A178CFE-39AA-4BAF-8E4C-064D7855B869}"/>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0" descr="Intramural-Recreational Sports at UVA">
              <a:extLst>
                <a:ext uri="{FF2B5EF4-FFF2-40B4-BE49-F238E27FC236}">
                  <a16:creationId xmlns:a16="http://schemas.microsoft.com/office/drawing/2014/main" id="{BD74F26C-C5AE-47DC-8FAD-6EF7EE0F11EF}"/>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82374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21925-1424-4D8F-AF7E-1B3B19533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533325-5FE6-4AB3-A20A-EC02DC2C8C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3AB5E8-1ACB-4ABB-8B65-AC862C347F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A6976-490E-4B03-A9C3-CCC3E2FE72FE}" type="datetimeFigureOut">
              <a:rPr lang="en-US" smtClean="0"/>
              <a:t>8/25/26</a:t>
            </a:fld>
            <a:endParaRPr lang="en-US"/>
          </a:p>
        </p:txBody>
      </p:sp>
      <p:sp>
        <p:nvSpPr>
          <p:cNvPr id="5" name="Footer Placeholder 4">
            <a:extLst>
              <a:ext uri="{FF2B5EF4-FFF2-40B4-BE49-F238E27FC236}">
                <a16:creationId xmlns:a16="http://schemas.microsoft.com/office/drawing/2014/main" id="{6826ABD5-7A3E-41B2-B4E2-887CD76836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3BBF44-0E73-4652-846C-273B849FE4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0E0BB-C5BC-4E94-AD2F-C01416FBA9AF}" type="slidenum">
              <a:rPr lang="en-US" smtClean="0"/>
              <a:t>‹#›</a:t>
            </a:fld>
            <a:endParaRPr lang="en-US"/>
          </a:p>
        </p:txBody>
      </p:sp>
    </p:spTree>
    <p:extLst>
      <p:ext uri="{BB962C8B-B14F-4D97-AF65-F5344CB8AC3E}">
        <p14:creationId xmlns:p14="http://schemas.microsoft.com/office/powerpoint/2010/main" val="393345476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3.xm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4.xml"/><Relationship Id="rId7" Type="http://schemas.openxmlformats.org/officeDocument/2006/relationships/image" Target="../media/image11.png"/><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65F2-6E52-B9B5-F95C-BCE2C73A3F2D}"/>
              </a:ext>
            </a:extLst>
          </p:cNvPr>
          <p:cNvSpPr>
            <a:spLocks noGrp="1"/>
          </p:cNvSpPr>
          <p:nvPr>
            <p:ph type="title"/>
          </p:nvPr>
        </p:nvSpPr>
        <p:spPr/>
        <p:txBody>
          <a:bodyPr>
            <a:normAutofit fontScale="90000"/>
          </a:bodyPr>
          <a:lstStyle/>
          <a:p>
            <a:r>
              <a:rPr lang="en-US" dirty="0"/>
              <a:t>The 5 Before</a:t>
            </a:r>
          </a:p>
        </p:txBody>
      </p:sp>
      <p:sp>
        <p:nvSpPr>
          <p:cNvPr id="3" name="Content Placeholder 2">
            <a:extLst>
              <a:ext uri="{FF2B5EF4-FFF2-40B4-BE49-F238E27FC236}">
                <a16:creationId xmlns:a16="http://schemas.microsoft.com/office/drawing/2014/main" id="{89893164-8407-A6BF-3925-8C805E2B0CBC}"/>
              </a:ext>
            </a:extLst>
          </p:cNvPr>
          <p:cNvSpPr>
            <a:spLocks noGrp="1"/>
          </p:cNvSpPr>
          <p:nvPr>
            <p:ph idx="1"/>
          </p:nvPr>
        </p:nvSpPr>
        <p:spPr/>
        <p:txBody>
          <a:bodyPr/>
          <a:lstStyle/>
          <a:p>
            <a:r>
              <a:rPr lang="en-US" dirty="0"/>
              <a:t>Get your Survey Done (in canvas)</a:t>
            </a:r>
          </a:p>
          <a:p>
            <a:r>
              <a:rPr lang="en-US" dirty="0"/>
              <a:t>Get into our Git Page (That’s in Canvas too)</a:t>
            </a:r>
          </a:p>
          <a:p>
            <a:r>
              <a:rPr lang="en-US" dirty="0"/>
              <a:t>Sunday Dinners (hoping for 3…stay tuned)</a:t>
            </a:r>
          </a:p>
          <a:p>
            <a:r>
              <a:rPr lang="en-US" dirty="0"/>
              <a:t>Get on Discord  (Canvas…)</a:t>
            </a:r>
          </a:p>
        </p:txBody>
      </p:sp>
      <p:sp>
        <p:nvSpPr>
          <p:cNvPr id="4" name="Text Placeholder 3">
            <a:extLst>
              <a:ext uri="{FF2B5EF4-FFF2-40B4-BE49-F238E27FC236}">
                <a16:creationId xmlns:a16="http://schemas.microsoft.com/office/drawing/2014/main" id="{11B8FF55-0DB6-398D-2A39-852CBB504D73}"/>
              </a:ext>
            </a:extLst>
          </p:cNvPr>
          <p:cNvSpPr>
            <a:spLocks noGrp="1"/>
          </p:cNvSpPr>
          <p:nvPr>
            <p:ph type="body" sz="quarter" idx="13"/>
          </p:nvPr>
        </p:nvSpPr>
        <p:spPr/>
        <p:txBody>
          <a:bodyPr>
            <a:normAutofit fontScale="85000" lnSpcReduction="20000"/>
          </a:bodyPr>
          <a:lstStyle/>
          <a:p>
            <a:r>
              <a:rPr lang="en-US" dirty="0"/>
              <a:t>Info you need to know	</a:t>
            </a:r>
          </a:p>
        </p:txBody>
      </p:sp>
    </p:spTree>
    <p:extLst>
      <p:ext uri="{BB962C8B-B14F-4D97-AF65-F5344CB8AC3E}">
        <p14:creationId xmlns:p14="http://schemas.microsoft.com/office/powerpoint/2010/main" val="2776255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915C-4793-4D8A-854D-31F5DC15B95B}"/>
              </a:ext>
            </a:extLst>
          </p:cNvPr>
          <p:cNvSpPr>
            <a:spLocks noGrp="1"/>
          </p:cNvSpPr>
          <p:nvPr>
            <p:ph type="ctrTitle"/>
          </p:nvPr>
        </p:nvSpPr>
        <p:spPr>
          <a:xfrm>
            <a:off x="7464614" y="1783959"/>
            <a:ext cx="4232086" cy="2889114"/>
          </a:xfrm>
        </p:spPr>
        <p:txBody>
          <a:bodyPr anchor="b">
            <a:normAutofit/>
          </a:bodyPr>
          <a:lstStyle/>
          <a:p>
            <a:pPr algn="l"/>
            <a:r>
              <a:rPr lang="en-US" sz="5400" dirty="0"/>
              <a:t>DS-2002: Data Science Systems</a:t>
            </a:r>
          </a:p>
        </p:txBody>
      </p:sp>
      <p:sp>
        <p:nvSpPr>
          <p:cNvPr id="3" name="Subtitle 2">
            <a:extLst>
              <a:ext uri="{FF2B5EF4-FFF2-40B4-BE49-F238E27FC236}">
                <a16:creationId xmlns:a16="http://schemas.microsoft.com/office/drawing/2014/main" id="{BCDC19E3-847F-4896-92C1-562A61A4DF91}"/>
              </a:ext>
            </a:extLst>
          </p:cNvPr>
          <p:cNvSpPr>
            <a:spLocks noGrp="1"/>
          </p:cNvSpPr>
          <p:nvPr>
            <p:ph type="subTitle" idx="1"/>
          </p:nvPr>
        </p:nvSpPr>
        <p:spPr>
          <a:xfrm>
            <a:off x="7464612" y="4750893"/>
            <a:ext cx="4303835" cy="426749"/>
          </a:xfrm>
        </p:spPr>
        <p:txBody>
          <a:bodyPr anchor="t">
            <a:normAutofit/>
          </a:bodyPr>
          <a:lstStyle/>
          <a:p>
            <a:pPr algn="l"/>
            <a:r>
              <a:rPr lang="en-US" sz="2000" dirty="0"/>
              <a:t>A Survey of Data Management Systems</a:t>
            </a:r>
          </a:p>
        </p:txBody>
      </p:sp>
      <p:sp>
        <p:nvSpPr>
          <p:cNvPr id="10" name="Freeform: Shape 9">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2" descr="Virginia Cavaliers Official Athletic Site">
            <a:extLst>
              <a:ext uri="{FF2B5EF4-FFF2-40B4-BE49-F238E27FC236}">
                <a16:creationId xmlns:a16="http://schemas.microsoft.com/office/drawing/2014/main" id="{8BA30F88-915F-4765-AFB9-A6FC977708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64" r="8619" b="1"/>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A48EACD5-346E-4647-A516-131E85C7CD40}"/>
              </a:ext>
            </a:extLst>
          </p:cNvPr>
          <p:cNvSpPr txBox="1">
            <a:spLocks/>
          </p:cNvSpPr>
          <p:nvPr/>
        </p:nvSpPr>
        <p:spPr>
          <a:xfrm>
            <a:off x="7224714" y="5473308"/>
            <a:ext cx="4543734" cy="42674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000" dirty="0"/>
              <a:t>Jason Williamson - Fall 26</a:t>
            </a:r>
          </a:p>
        </p:txBody>
      </p:sp>
    </p:spTree>
    <p:extLst>
      <p:ext uri="{BB962C8B-B14F-4D97-AF65-F5344CB8AC3E}">
        <p14:creationId xmlns:p14="http://schemas.microsoft.com/office/powerpoint/2010/main" val="2843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A386-5535-4367-B6A5-83232255ADBE}"/>
              </a:ext>
            </a:extLst>
          </p:cNvPr>
          <p:cNvSpPr txBox="1">
            <a:spLocks/>
          </p:cNvSpPr>
          <p:nvPr/>
        </p:nvSpPr>
        <p:spPr>
          <a:xfrm>
            <a:off x="613457" y="2595717"/>
            <a:ext cx="10949651" cy="1720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solidFill>
                  <a:srgbClr val="F67132"/>
                </a:solidFill>
                <a:latin typeface="Times New Roman" panose="02020603050405020304" pitchFamily="18" charset="0"/>
                <a:cs typeface="Times New Roman" panose="02020603050405020304" pitchFamily="18" charset="0"/>
              </a:rPr>
              <a:t>Class Mechanics</a:t>
            </a:r>
          </a:p>
        </p:txBody>
      </p:sp>
      <p:sp>
        <p:nvSpPr>
          <p:cNvPr id="3" name="Subtitle 2">
            <a:extLst>
              <a:ext uri="{FF2B5EF4-FFF2-40B4-BE49-F238E27FC236}">
                <a16:creationId xmlns:a16="http://schemas.microsoft.com/office/drawing/2014/main" id="{C7CB5BE4-CFAE-4A84-946E-788A1BA2BF1C}"/>
              </a:ext>
            </a:extLst>
          </p:cNvPr>
          <p:cNvSpPr txBox="1">
            <a:spLocks/>
          </p:cNvSpPr>
          <p:nvPr/>
        </p:nvSpPr>
        <p:spPr>
          <a:xfrm>
            <a:off x="613457" y="3598600"/>
            <a:ext cx="10949651" cy="9021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Times New Roman" panose="02020603050405020304" pitchFamily="18" charset="0"/>
                <a:cs typeface="Times New Roman" panose="02020603050405020304" pitchFamily="18" charset="0"/>
              </a:rPr>
              <a:t>A Survey of Data Management Systems</a:t>
            </a:r>
          </a:p>
        </p:txBody>
      </p:sp>
    </p:spTree>
    <p:extLst>
      <p:ext uri="{BB962C8B-B14F-4D97-AF65-F5344CB8AC3E}">
        <p14:creationId xmlns:p14="http://schemas.microsoft.com/office/powerpoint/2010/main" val="2058990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p:txBody>
          <a:bodyPr>
            <a:normAutofit fontScale="90000"/>
          </a:bodyPr>
          <a:lstStyle/>
          <a:p>
            <a:r>
              <a:rPr lang="en-US" dirty="0"/>
              <a:t>Who am I and why do you care?</a:t>
            </a:r>
          </a:p>
        </p:txBody>
      </p:sp>
      <p:sp>
        <p:nvSpPr>
          <p:cNvPr id="3" name="Content Placeholder 2">
            <a:extLst>
              <a:ext uri="{FF2B5EF4-FFF2-40B4-BE49-F238E27FC236}">
                <a16:creationId xmlns:a16="http://schemas.microsoft.com/office/drawing/2014/main" id="{822EE89C-8893-374A-89D0-3296A46737A8}"/>
              </a:ext>
            </a:extLst>
          </p:cNvPr>
          <p:cNvSpPr>
            <a:spLocks noGrp="1"/>
          </p:cNvSpPr>
          <p:nvPr>
            <p:ph idx="1"/>
          </p:nvPr>
        </p:nvSpPr>
        <p:spPr>
          <a:xfrm>
            <a:off x="425802" y="1116022"/>
            <a:ext cx="11178526" cy="4625955"/>
          </a:xfrm>
        </p:spPr>
        <p:txBody>
          <a:bodyPr>
            <a:normAutofit fontScale="92500" lnSpcReduction="20000"/>
          </a:bodyPr>
          <a:lstStyle/>
          <a:p>
            <a:pPr marL="0" lvl="1" indent="0" defTabSz="487668">
              <a:lnSpc>
                <a:spcPct val="100000"/>
              </a:lnSpc>
              <a:spcBef>
                <a:spcPts val="0"/>
              </a:spcBef>
              <a:buNone/>
              <a:defRPr sz="3080">
                <a:latin typeface="Helvetica Neue Light"/>
                <a:ea typeface="Helvetica Neue Light"/>
                <a:cs typeface="Helvetica Neue Light"/>
                <a:sym typeface="Helvetica Neue Light"/>
              </a:defRPr>
            </a:pPr>
            <a:br>
              <a:rPr lang="en-US" sz="1400" dirty="0"/>
            </a:br>
            <a:endParaRPr lang="en-US" sz="14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I’m a Venture Capital Investor/Operator – Tebow Group and Eagle Ventures. I lead several startups in AI and Anti-Trafficking </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I ran Oracle for Startups / Venture Capital and Oracle for Research for 7 years under Larry Ellison</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Big Company Alum from: Amazon, GE Capital, Capital One</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Small Stuff: Startup Founder, Operator, Faith Based NGO, boutique consulting</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Startup: Founder of a few startups…latest is </a:t>
            </a:r>
            <a:r>
              <a:rPr lang="en-US" sz="1600" dirty="0" err="1"/>
              <a:t>TruePath</a:t>
            </a:r>
            <a:r>
              <a:rPr lang="en-US" sz="1600" dirty="0"/>
              <a:t> Vision/ Tech to combat Anti-Trafficking</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Run two other startups (</a:t>
            </a:r>
            <a:r>
              <a:rPr lang="en-US" sz="1600" dirty="0" err="1"/>
              <a:t>Mythworx.ai</a:t>
            </a:r>
            <a:r>
              <a:rPr lang="en-US" sz="1600" dirty="0"/>
              <a:t>) and a Defense / Intelligence Firm (Dominion Defense Tech)</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Academic: Former </a:t>
            </a:r>
            <a:r>
              <a:rPr lang="en-US" sz="1600" dirty="0" err="1"/>
              <a:t>BoV</a:t>
            </a:r>
            <a:r>
              <a:rPr lang="en-US" sz="1600" dirty="0"/>
              <a:t> at NCCU, Former Prof @McIntire, and UNC-CH Adam’s Fellowship Entrepreneurship Mentor</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What else do I like do do? Serve the MVP - working with the Tim Tebow Foundation fighting modern day slavery.</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Wrote some books on data, getting a job in big data, stuff like that…</a:t>
            </a:r>
            <a:br>
              <a:rPr lang="en-US" sz="1600" dirty="0"/>
            </a:br>
            <a:endParaRPr lang="en-US" sz="1600" dirty="0"/>
          </a:p>
          <a:p>
            <a:pPr marL="285750" lvl="1" indent="-285750" defTabSz="487668">
              <a:lnSpc>
                <a:spcPct val="100000"/>
              </a:lnSpc>
              <a:spcBef>
                <a:spcPts val="0"/>
              </a:spcBef>
              <a:defRPr sz="1920">
                <a:latin typeface="Helvetica Neue Light"/>
                <a:ea typeface="Helvetica Neue Light"/>
                <a:cs typeface="Helvetica Neue Light"/>
                <a:sym typeface="Helvetica Neue Light"/>
              </a:defRPr>
            </a:pPr>
            <a:r>
              <a:rPr lang="en-US" sz="1600" b="1" dirty="0"/>
              <a:t>I love helping students think about and navigate jobs, careers and life --&gt; I’ve Hired many people from this program</a:t>
            </a:r>
          </a:p>
          <a:p>
            <a:pPr marL="285750" lvl="1" indent="-285750" defTabSz="487668">
              <a:lnSpc>
                <a:spcPct val="100000"/>
              </a:lnSpc>
              <a:spcBef>
                <a:spcPts val="0"/>
              </a:spcBef>
              <a:defRPr sz="1920">
                <a:latin typeface="Helvetica Neue Light"/>
                <a:ea typeface="Helvetica Neue Light"/>
                <a:cs typeface="Helvetica Neue Light"/>
                <a:sym typeface="Helvetica Neue Light"/>
              </a:defRPr>
            </a:pPr>
            <a:endParaRPr lang="en-US" sz="1600" b="1" dirty="0"/>
          </a:p>
          <a:p>
            <a:pPr marL="285750" lvl="1" indent="-285750" defTabSz="487668">
              <a:lnSpc>
                <a:spcPct val="100000"/>
              </a:lnSpc>
              <a:spcBef>
                <a:spcPts val="0"/>
              </a:spcBef>
              <a:defRPr sz="1920">
                <a:latin typeface="Helvetica Neue Light"/>
                <a:ea typeface="Helvetica Neue Light"/>
                <a:cs typeface="Helvetica Neue Light"/>
                <a:sym typeface="Helvetica Neue Light"/>
              </a:defRPr>
            </a:pPr>
            <a:r>
              <a:rPr lang="en-US" sz="1600" b="1" dirty="0"/>
              <a:t>Sunday Night Dinner…more info on that</a:t>
            </a:r>
          </a:p>
        </p:txBody>
      </p:sp>
      <p:sp>
        <p:nvSpPr>
          <p:cNvPr id="4" name="Text Placeholder 3">
            <a:extLst>
              <a:ext uri="{FF2B5EF4-FFF2-40B4-BE49-F238E27FC236}">
                <a16:creationId xmlns:a16="http://schemas.microsoft.com/office/drawing/2014/main" id="{B27190F9-52FB-0349-AB3F-692CBB7B08C4}"/>
              </a:ext>
            </a:extLst>
          </p:cNvPr>
          <p:cNvSpPr>
            <a:spLocks noGrp="1"/>
          </p:cNvSpPr>
          <p:nvPr>
            <p:ph type="body" sz="quarter" idx="13"/>
          </p:nvPr>
        </p:nvSpPr>
        <p:spPr/>
        <p:txBody>
          <a:bodyPr>
            <a:normAutofit fontScale="85000" lnSpcReduction="20000"/>
          </a:bodyPr>
          <a:lstStyle/>
          <a:p>
            <a:endParaRPr lang="en-US" dirty="0"/>
          </a:p>
        </p:txBody>
      </p:sp>
    </p:spTree>
    <p:extLst>
      <p:ext uri="{BB962C8B-B14F-4D97-AF65-F5344CB8AC3E}">
        <p14:creationId xmlns:p14="http://schemas.microsoft.com/office/powerpoint/2010/main" val="372365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80C1B6D-968A-4F37-AF6E-AA6E20E4BB68}"/>
              </a:ext>
            </a:extLst>
          </p:cNvPr>
          <p:cNvSpPr/>
          <p:nvPr/>
        </p:nvSpPr>
        <p:spPr>
          <a:xfrm>
            <a:off x="619430" y="1799303"/>
            <a:ext cx="10697497" cy="2313069"/>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25ACBB8-5FE2-4B1F-A96E-BCC9863CA94C}"/>
              </a:ext>
            </a:extLst>
          </p:cNvPr>
          <p:cNvSpPr/>
          <p:nvPr/>
        </p:nvSpPr>
        <p:spPr>
          <a:xfrm>
            <a:off x="747251" y="1954130"/>
            <a:ext cx="1989131" cy="19984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F78E4-7320-4D6C-98CC-557D7F069C75}"/>
              </a:ext>
            </a:extLst>
          </p:cNvPr>
          <p:cNvSpPr>
            <a:spLocks noGrp="1"/>
          </p:cNvSpPr>
          <p:nvPr>
            <p:ph type="title"/>
          </p:nvPr>
        </p:nvSpPr>
        <p:spPr/>
        <p:txBody>
          <a:bodyPr>
            <a:normAutofit fontScale="90000"/>
          </a:bodyPr>
          <a:lstStyle/>
          <a:p>
            <a:r>
              <a:rPr lang="en-US" dirty="0"/>
              <a:t>Class Mechanics: </a:t>
            </a:r>
            <a:r>
              <a:rPr lang="en-US" dirty="0">
                <a:solidFill>
                  <a:srgbClr val="F67132"/>
                </a:solidFill>
              </a:rPr>
              <a:t>Course Content</a:t>
            </a:r>
          </a:p>
        </p:txBody>
      </p:sp>
      <p:sp>
        <p:nvSpPr>
          <p:cNvPr id="3" name="Content Placeholder 2">
            <a:extLst>
              <a:ext uri="{FF2B5EF4-FFF2-40B4-BE49-F238E27FC236}">
                <a16:creationId xmlns:a16="http://schemas.microsoft.com/office/drawing/2014/main" id="{E86663D6-7309-4408-B289-1C8A5B76BDA6}"/>
              </a:ext>
            </a:extLst>
          </p:cNvPr>
          <p:cNvSpPr>
            <a:spLocks noGrp="1"/>
          </p:cNvSpPr>
          <p:nvPr>
            <p:ph idx="1"/>
          </p:nvPr>
        </p:nvSpPr>
        <p:spPr>
          <a:xfrm>
            <a:off x="2736382" y="1875474"/>
            <a:ext cx="8669037" cy="2313069"/>
          </a:xfrm>
        </p:spPr>
        <p:txBody>
          <a:bodyPr>
            <a:normAutofit/>
          </a:bodyPr>
          <a:lstStyle/>
          <a:p>
            <a:r>
              <a:rPr lang="en-US" b="1" dirty="0"/>
              <a:t>Labs/Assignments</a:t>
            </a:r>
          </a:p>
          <a:p>
            <a:pPr lvl="1"/>
            <a:r>
              <a:rPr lang="en-US" dirty="0"/>
              <a:t>Frequent Hands-On Labs (1ish per week for completion and class </a:t>
            </a:r>
            <a:r>
              <a:rPr lang="en-US" dirty="0" err="1"/>
              <a:t>particpation</a:t>
            </a:r>
            <a:r>
              <a:rPr lang="en-US" dirty="0"/>
              <a:t>)</a:t>
            </a:r>
          </a:p>
          <a:p>
            <a:pPr lvl="1"/>
            <a:r>
              <a:rPr lang="en-US" dirty="0"/>
              <a:t>Kaggle (from Google)</a:t>
            </a:r>
          </a:p>
          <a:p>
            <a:pPr lvl="1"/>
            <a:r>
              <a:rPr lang="en-US" dirty="0"/>
              <a:t>1ish Per Week Due on Sunday</a:t>
            </a:r>
          </a:p>
        </p:txBody>
      </p:sp>
      <p:pic>
        <p:nvPicPr>
          <p:cNvPr id="6" name="Picture 5" descr="Icon&#10;&#10;Description automatically generated">
            <a:extLst>
              <a:ext uri="{FF2B5EF4-FFF2-40B4-BE49-F238E27FC236}">
                <a16:creationId xmlns:a16="http://schemas.microsoft.com/office/drawing/2014/main" id="{824BAB4E-8C7E-412B-91DF-0C87AAD51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356" y="2104101"/>
            <a:ext cx="1698524" cy="1698524"/>
          </a:xfrm>
          <a:prstGeom prst="rect">
            <a:avLst/>
          </a:prstGeom>
        </p:spPr>
      </p:pic>
    </p:spTree>
    <p:extLst>
      <p:ext uri="{BB962C8B-B14F-4D97-AF65-F5344CB8AC3E}">
        <p14:creationId xmlns:p14="http://schemas.microsoft.com/office/powerpoint/2010/main" val="837078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80C1B6D-968A-4F37-AF6E-AA6E20E4BB68}"/>
              </a:ext>
            </a:extLst>
          </p:cNvPr>
          <p:cNvSpPr/>
          <p:nvPr/>
        </p:nvSpPr>
        <p:spPr>
          <a:xfrm>
            <a:off x="619430" y="1799303"/>
            <a:ext cx="10697497" cy="2313432"/>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25ACBB8-5FE2-4B1F-A96E-BCC9863CA94C}"/>
              </a:ext>
            </a:extLst>
          </p:cNvPr>
          <p:cNvSpPr/>
          <p:nvPr/>
        </p:nvSpPr>
        <p:spPr>
          <a:xfrm>
            <a:off x="747251" y="1954130"/>
            <a:ext cx="1989131" cy="19984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F78E4-7320-4D6C-98CC-557D7F069C75}"/>
              </a:ext>
            </a:extLst>
          </p:cNvPr>
          <p:cNvSpPr>
            <a:spLocks noGrp="1"/>
          </p:cNvSpPr>
          <p:nvPr>
            <p:ph type="title"/>
          </p:nvPr>
        </p:nvSpPr>
        <p:spPr/>
        <p:txBody>
          <a:bodyPr>
            <a:normAutofit fontScale="90000"/>
          </a:bodyPr>
          <a:lstStyle/>
          <a:p>
            <a:r>
              <a:rPr lang="en-US" dirty="0"/>
              <a:t>Class Mechanics: </a:t>
            </a:r>
            <a:r>
              <a:rPr lang="en-US" dirty="0">
                <a:solidFill>
                  <a:srgbClr val="F67132"/>
                </a:solidFill>
              </a:rPr>
              <a:t>Grading</a:t>
            </a:r>
          </a:p>
        </p:txBody>
      </p:sp>
      <p:sp>
        <p:nvSpPr>
          <p:cNvPr id="3" name="Content Placeholder 2">
            <a:extLst>
              <a:ext uri="{FF2B5EF4-FFF2-40B4-BE49-F238E27FC236}">
                <a16:creationId xmlns:a16="http://schemas.microsoft.com/office/drawing/2014/main" id="{E86663D6-7309-4408-B289-1C8A5B76BDA6}"/>
              </a:ext>
            </a:extLst>
          </p:cNvPr>
          <p:cNvSpPr>
            <a:spLocks noGrp="1"/>
          </p:cNvSpPr>
          <p:nvPr>
            <p:ph idx="1"/>
          </p:nvPr>
        </p:nvSpPr>
        <p:spPr>
          <a:xfrm>
            <a:off x="2736382" y="1875474"/>
            <a:ext cx="8669037" cy="2313069"/>
          </a:xfrm>
        </p:spPr>
        <p:txBody>
          <a:bodyPr>
            <a:normAutofit/>
          </a:bodyPr>
          <a:lstStyle/>
          <a:p>
            <a:r>
              <a:rPr lang="en-US" b="1" dirty="0"/>
              <a:t>Data Project (2)</a:t>
            </a:r>
          </a:p>
          <a:p>
            <a:pPr lvl="1"/>
            <a:r>
              <a:rPr lang="en-US" dirty="0"/>
              <a:t>Concrete Examples of Implementation</a:t>
            </a:r>
          </a:p>
          <a:p>
            <a:pPr lvl="1"/>
            <a:r>
              <a:rPr lang="en-US" dirty="0"/>
              <a:t>Detailed Instructions are in Canvas</a:t>
            </a:r>
          </a:p>
          <a:p>
            <a:endParaRPr lang="en-US" dirty="0"/>
          </a:p>
        </p:txBody>
      </p:sp>
      <p:pic>
        <p:nvPicPr>
          <p:cNvPr id="9" name="html-512.png">
            <a:extLst>
              <a:ext uri="{FF2B5EF4-FFF2-40B4-BE49-F238E27FC236}">
                <a16:creationId xmlns:a16="http://schemas.microsoft.com/office/drawing/2014/main" id="{4A048E2B-1857-4C5F-B952-067D6BD7023F}"/>
              </a:ext>
            </a:extLst>
          </p:cNvPr>
          <p:cNvPicPr>
            <a:picLocks noChangeAspect="1"/>
          </p:cNvPicPr>
          <p:nvPr/>
        </p:nvPicPr>
        <p:blipFill>
          <a:blip r:embed="rId2"/>
          <a:stretch>
            <a:fillRect/>
          </a:stretch>
        </p:blipFill>
        <p:spPr>
          <a:xfrm>
            <a:off x="875074" y="2096057"/>
            <a:ext cx="1718860" cy="1718860"/>
          </a:xfrm>
          <a:prstGeom prst="rect">
            <a:avLst/>
          </a:prstGeom>
          <a:ln w="12700">
            <a:miter lim="400000"/>
          </a:ln>
        </p:spPr>
      </p:pic>
    </p:spTree>
    <p:extLst>
      <p:ext uri="{BB962C8B-B14F-4D97-AF65-F5344CB8AC3E}">
        <p14:creationId xmlns:p14="http://schemas.microsoft.com/office/powerpoint/2010/main" val="132619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D1AA1-434C-48EE-B88F-D9835B34BD40}"/>
              </a:ext>
            </a:extLst>
          </p:cNvPr>
          <p:cNvSpPr>
            <a:spLocks noGrp="1"/>
          </p:cNvSpPr>
          <p:nvPr>
            <p:ph type="title"/>
          </p:nvPr>
        </p:nvSpPr>
        <p:spPr/>
        <p:txBody>
          <a:bodyPr>
            <a:normAutofit fontScale="90000"/>
          </a:bodyPr>
          <a:lstStyle/>
          <a:p>
            <a:r>
              <a:rPr lang="en-US" dirty="0"/>
              <a:t>Class Mechanics: </a:t>
            </a:r>
            <a:r>
              <a:rPr lang="en-US" dirty="0">
                <a:solidFill>
                  <a:srgbClr val="F67132"/>
                </a:solidFill>
              </a:rPr>
              <a:t>Things You Need to Know</a:t>
            </a:r>
          </a:p>
        </p:txBody>
      </p:sp>
      <p:sp>
        <p:nvSpPr>
          <p:cNvPr id="3" name="Content Placeholder 2">
            <a:extLst>
              <a:ext uri="{FF2B5EF4-FFF2-40B4-BE49-F238E27FC236}">
                <a16:creationId xmlns:a16="http://schemas.microsoft.com/office/drawing/2014/main" id="{1DCC241F-07B8-4C56-8A93-E3248481E310}"/>
              </a:ext>
            </a:extLst>
          </p:cNvPr>
          <p:cNvSpPr>
            <a:spLocks noGrp="1"/>
          </p:cNvSpPr>
          <p:nvPr>
            <p:ph idx="1"/>
          </p:nvPr>
        </p:nvSpPr>
        <p:spPr/>
        <p:txBody>
          <a:bodyPr>
            <a:normAutofit/>
          </a:bodyPr>
          <a:lstStyle/>
          <a:p>
            <a:pPr marL="457200" lvl="1" indent="0">
              <a:buNone/>
            </a:pPr>
            <a:endParaRPr lang="en-US" dirty="0"/>
          </a:p>
          <a:p>
            <a:r>
              <a:rPr lang="en-US" dirty="0"/>
              <a:t>The schedule is prone to updates: </a:t>
            </a:r>
            <a:r>
              <a:rPr lang="en-US" dirty="0">
                <a:solidFill>
                  <a:srgbClr val="F67132"/>
                </a:solidFill>
              </a:rPr>
              <a:t>I’ll be sure to keep everyone informed!</a:t>
            </a:r>
            <a:endParaRPr lang="en-US" dirty="0"/>
          </a:p>
          <a:p>
            <a:r>
              <a:rPr lang="en-US" dirty="0"/>
              <a:t>Everything will be updated on GitHub (Code Examples, Decks, </a:t>
            </a:r>
            <a:r>
              <a:rPr lang="en-US" dirty="0" err="1"/>
              <a:t>etc</a:t>
            </a:r>
            <a:r>
              <a:rPr lang="en-US" dirty="0"/>
              <a:t>) and Canvas (Everything Else): </a:t>
            </a:r>
          </a:p>
          <a:p>
            <a:r>
              <a:rPr lang="en-US" dirty="0"/>
              <a:t>Projects and Grades will be released on Canvas</a:t>
            </a:r>
          </a:p>
          <a:p>
            <a:r>
              <a:rPr lang="en-US" dirty="0"/>
              <a:t>You can DM me on Discord  - questions or to set-up Office Hours</a:t>
            </a:r>
          </a:p>
          <a:p>
            <a:r>
              <a:rPr lang="en-US" dirty="0"/>
              <a:t>The rhythm is Monday/Lecture Concept and Wednesday/Hands On and Lab to work through in a group setting/teams on your own on Friday</a:t>
            </a:r>
          </a:p>
        </p:txBody>
      </p:sp>
      <p:sp>
        <p:nvSpPr>
          <p:cNvPr id="4" name="Text Placeholder 3">
            <a:extLst>
              <a:ext uri="{FF2B5EF4-FFF2-40B4-BE49-F238E27FC236}">
                <a16:creationId xmlns:a16="http://schemas.microsoft.com/office/drawing/2014/main" id="{8EC5506E-264C-4600-9795-5B0B6C7DAF80}"/>
              </a:ext>
            </a:extLst>
          </p:cNvPr>
          <p:cNvSpPr>
            <a:spLocks noGrp="1"/>
          </p:cNvSpPr>
          <p:nvPr>
            <p:ph type="body" sz="quarter" idx="13"/>
          </p:nvPr>
        </p:nvSpPr>
        <p:spPr>
          <a:xfrm>
            <a:off x="426424" y="939739"/>
            <a:ext cx="10703692" cy="369332"/>
          </a:xfrm>
        </p:spPr>
        <p:txBody>
          <a:bodyPr>
            <a:normAutofit fontScale="77500" lnSpcReduction="20000"/>
          </a:bodyPr>
          <a:lstStyle/>
          <a:p>
            <a:r>
              <a:rPr lang="en-US" dirty="0"/>
              <a:t>How this course will be conducted: Class Location, Course Materials, Communications </a:t>
            </a:r>
          </a:p>
        </p:txBody>
      </p:sp>
    </p:spTree>
    <p:extLst>
      <p:ext uri="{BB962C8B-B14F-4D97-AF65-F5344CB8AC3E}">
        <p14:creationId xmlns:p14="http://schemas.microsoft.com/office/powerpoint/2010/main" val="361843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66CA89-6D31-401A-915E-FFEC0C6F755B}"/>
              </a:ext>
            </a:extLst>
          </p:cNvPr>
          <p:cNvSpPr/>
          <p:nvPr/>
        </p:nvSpPr>
        <p:spPr>
          <a:xfrm>
            <a:off x="786776" y="2015616"/>
            <a:ext cx="6548089" cy="329380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3601E3-5EF2-4E7D-B92B-5C6EA20B64B9}"/>
              </a:ext>
            </a:extLst>
          </p:cNvPr>
          <p:cNvSpPr>
            <a:spLocks noGrp="1"/>
          </p:cNvSpPr>
          <p:nvPr>
            <p:ph type="ctrTitle"/>
          </p:nvPr>
        </p:nvSpPr>
        <p:spPr>
          <a:xfrm>
            <a:off x="560448" y="896227"/>
            <a:ext cx="10949651" cy="893250"/>
          </a:xfrm>
        </p:spPr>
        <p:txBody>
          <a:bodyPr>
            <a:normAutofit fontScale="90000"/>
          </a:bodyPr>
          <a:lstStyle/>
          <a:p>
            <a:r>
              <a:rPr lang="en-US" dirty="0"/>
              <a:t>Learning Objectives</a:t>
            </a:r>
          </a:p>
        </p:txBody>
      </p:sp>
      <p:sp>
        <p:nvSpPr>
          <p:cNvPr id="3" name="Subtitle 2">
            <a:extLst>
              <a:ext uri="{FF2B5EF4-FFF2-40B4-BE49-F238E27FC236}">
                <a16:creationId xmlns:a16="http://schemas.microsoft.com/office/drawing/2014/main" id="{159C2D20-1592-4B54-823D-C37D2E17CCF7}"/>
              </a:ext>
            </a:extLst>
          </p:cNvPr>
          <p:cNvSpPr>
            <a:spLocks noGrp="1"/>
          </p:cNvSpPr>
          <p:nvPr>
            <p:ph type="subTitle" idx="1"/>
          </p:nvPr>
        </p:nvSpPr>
        <p:spPr>
          <a:xfrm>
            <a:off x="1006741" y="2241758"/>
            <a:ext cx="6151137" cy="2888226"/>
          </a:xfrm>
        </p:spPr>
        <p:txBody>
          <a:bodyPr numCol="1">
            <a:normAutofit fontScale="77500" lnSpcReduction="20000"/>
          </a:bodyPr>
          <a:lstStyle/>
          <a:p>
            <a:pPr algn="l">
              <a:lnSpc>
                <a:spcPct val="110000"/>
              </a:lnSpc>
              <a:spcBef>
                <a:spcPts val="1300"/>
              </a:spcBef>
            </a:pPr>
            <a:r>
              <a:rPr lang="en-US" b="1" dirty="0">
                <a:solidFill>
                  <a:srgbClr val="24323E"/>
                </a:solidFill>
              </a:rPr>
              <a:t>Overview of Data Science, underlying technologies and roles</a:t>
            </a:r>
          </a:p>
          <a:p>
            <a:pPr algn="l">
              <a:lnSpc>
                <a:spcPct val="110000"/>
              </a:lnSpc>
              <a:spcBef>
                <a:spcPts val="1300"/>
              </a:spcBef>
            </a:pPr>
            <a:r>
              <a:rPr lang="en-US" b="1" dirty="0">
                <a:solidFill>
                  <a:srgbClr val="24323E"/>
                </a:solidFill>
              </a:rPr>
              <a:t>Develop Robust Facility for Handing Data</a:t>
            </a:r>
          </a:p>
          <a:p>
            <a:pPr algn="l">
              <a:lnSpc>
                <a:spcPct val="110000"/>
              </a:lnSpc>
              <a:spcBef>
                <a:spcPts val="1300"/>
              </a:spcBef>
            </a:pPr>
            <a:r>
              <a:rPr lang="en-US" b="1" dirty="0">
                <a:solidFill>
                  <a:srgbClr val="24323E"/>
                </a:solidFill>
              </a:rPr>
              <a:t>Acquire a Strong Understanding of SQL and NoSQL Databases</a:t>
            </a:r>
          </a:p>
          <a:p>
            <a:pPr algn="l">
              <a:lnSpc>
                <a:spcPct val="110000"/>
              </a:lnSpc>
              <a:spcBef>
                <a:spcPts val="1300"/>
              </a:spcBef>
            </a:pPr>
            <a:r>
              <a:rPr lang="en-US" b="1" dirty="0">
                <a:solidFill>
                  <a:srgbClr val="24323E"/>
                </a:solidFill>
              </a:rPr>
              <a:t>Understand Systems Options in the Public Cloud</a:t>
            </a:r>
          </a:p>
          <a:p>
            <a:pPr algn="l">
              <a:lnSpc>
                <a:spcPct val="110000"/>
              </a:lnSpc>
              <a:spcBef>
                <a:spcPts val="1300"/>
              </a:spcBef>
            </a:pPr>
            <a:r>
              <a:rPr lang="en-US" b="1" dirty="0">
                <a:solidFill>
                  <a:srgbClr val="24323E"/>
                </a:solidFill>
              </a:rPr>
              <a:t>Gain Fluency in Tools, Processes, and Services </a:t>
            </a:r>
            <a:br>
              <a:rPr lang="en-US" b="1" dirty="0">
                <a:solidFill>
                  <a:srgbClr val="24323E"/>
                </a:solidFill>
              </a:rPr>
            </a:br>
            <a:r>
              <a:rPr lang="en-US" b="1" dirty="0">
                <a:solidFill>
                  <a:srgbClr val="24323E"/>
                </a:solidFill>
              </a:rPr>
              <a:t>…and How to Choose Among Them</a:t>
            </a:r>
          </a:p>
        </p:txBody>
      </p:sp>
      <p:sp>
        <p:nvSpPr>
          <p:cNvPr id="7" name="Rectangle 6">
            <a:extLst>
              <a:ext uri="{FF2B5EF4-FFF2-40B4-BE49-F238E27FC236}">
                <a16:creationId xmlns:a16="http://schemas.microsoft.com/office/drawing/2014/main" id="{3CDE6805-6978-47A4-80C3-6580CD2E071A}"/>
              </a:ext>
            </a:extLst>
          </p:cNvPr>
          <p:cNvSpPr/>
          <p:nvPr/>
        </p:nvSpPr>
        <p:spPr>
          <a:xfrm>
            <a:off x="8111613" y="2020536"/>
            <a:ext cx="3318396" cy="329380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12E5EAA8-5B88-4BEB-A948-E42AFE2ED553}"/>
              </a:ext>
            </a:extLst>
          </p:cNvPr>
          <p:cNvSpPr txBox="1">
            <a:spLocks/>
          </p:cNvSpPr>
          <p:nvPr/>
        </p:nvSpPr>
        <p:spPr>
          <a:xfrm>
            <a:off x="8377076" y="2168018"/>
            <a:ext cx="2713705" cy="2888226"/>
          </a:xfrm>
          <a:prstGeom prst="rect">
            <a:avLst/>
          </a:prstGeom>
        </p:spPr>
        <p:txBody>
          <a:bodyPr vert="horz" lIns="91440" tIns="45720" rIns="91440" bIns="45720" numCol="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3200"/>
              </a:lnSpc>
              <a:spcBef>
                <a:spcPts val="0"/>
              </a:spcBef>
            </a:pPr>
            <a:r>
              <a:rPr lang="en-US" sz="2200" b="1" dirty="0">
                <a:solidFill>
                  <a:srgbClr val="24323E"/>
                </a:solidFill>
              </a:rPr>
              <a:t>Data Retrieval</a:t>
            </a:r>
          </a:p>
          <a:p>
            <a:pPr algn="l">
              <a:lnSpc>
                <a:spcPts val="3200"/>
              </a:lnSpc>
              <a:spcBef>
                <a:spcPts val="0"/>
              </a:spcBef>
            </a:pPr>
            <a:r>
              <a:rPr lang="en-US" sz="2200" b="1" dirty="0">
                <a:solidFill>
                  <a:srgbClr val="24323E"/>
                </a:solidFill>
              </a:rPr>
              <a:t>Data Shipping</a:t>
            </a:r>
          </a:p>
          <a:p>
            <a:pPr algn="l">
              <a:lnSpc>
                <a:spcPts val="3200"/>
              </a:lnSpc>
              <a:spcBef>
                <a:spcPts val="0"/>
              </a:spcBef>
            </a:pPr>
            <a:r>
              <a:rPr lang="en-US" sz="2200" b="1" dirty="0">
                <a:solidFill>
                  <a:srgbClr val="24323E"/>
                </a:solidFill>
              </a:rPr>
              <a:t>Data Schemas</a:t>
            </a:r>
          </a:p>
          <a:p>
            <a:pPr algn="l">
              <a:lnSpc>
                <a:spcPts val="3200"/>
              </a:lnSpc>
              <a:spcBef>
                <a:spcPts val="0"/>
              </a:spcBef>
            </a:pPr>
            <a:r>
              <a:rPr lang="en-US" sz="2200" b="1" dirty="0">
                <a:solidFill>
                  <a:srgbClr val="24323E"/>
                </a:solidFill>
              </a:rPr>
              <a:t>Data Ingestion</a:t>
            </a:r>
          </a:p>
          <a:p>
            <a:pPr algn="l">
              <a:lnSpc>
                <a:spcPts val="3200"/>
              </a:lnSpc>
              <a:spcBef>
                <a:spcPts val="0"/>
              </a:spcBef>
            </a:pPr>
            <a:r>
              <a:rPr lang="en-US" sz="2200" b="1" dirty="0">
                <a:solidFill>
                  <a:srgbClr val="24323E"/>
                </a:solidFill>
              </a:rPr>
              <a:t>Data Processing</a:t>
            </a:r>
          </a:p>
          <a:p>
            <a:pPr algn="l">
              <a:lnSpc>
                <a:spcPts val="3200"/>
              </a:lnSpc>
              <a:spcBef>
                <a:spcPts val="0"/>
              </a:spcBef>
            </a:pPr>
            <a:r>
              <a:rPr lang="en-US" sz="2200" b="1" dirty="0">
                <a:solidFill>
                  <a:srgbClr val="24323E"/>
                </a:solidFill>
              </a:rPr>
              <a:t>Data Normalization</a:t>
            </a:r>
          </a:p>
          <a:p>
            <a:pPr algn="l">
              <a:lnSpc>
                <a:spcPts val="3200"/>
              </a:lnSpc>
              <a:spcBef>
                <a:spcPts val="0"/>
              </a:spcBef>
            </a:pPr>
            <a:r>
              <a:rPr lang="en-US" sz="2200" b="1" dirty="0">
                <a:solidFill>
                  <a:srgbClr val="24323E"/>
                </a:solidFill>
              </a:rPr>
              <a:t>Data Analysis</a:t>
            </a:r>
          </a:p>
        </p:txBody>
      </p:sp>
    </p:spTree>
    <p:extLst>
      <p:ext uri="{BB962C8B-B14F-4D97-AF65-F5344CB8AC3E}">
        <p14:creationId xmlns:p14="http://schemas.microsoft.com/office/powerpoint/2010/main" val="1436782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A386-5535-4367-B6A5-83232255ADBE}"/>
              </a:ext>
            </a:extLst>
          </p:cNvPr>
          <p:cNvSpPr txBox="1">
            <a:spLocks/>
          </p:cNvSpPr>
          <p:nvPr/>
        </p:nvSpPr>
        <p:spPr>
          <a:xfrm>
            <a:off x="613457" y="1397659"/>
            <a:ext cx="10949651" cy="29580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dirty="0">
                <a:solidFill>
                  <a:srgbClr val="F67132"/>
                </a:solidFill>
                <a:latin typeface="Times New Roman" panose="02020603050405020304" pitchFamily="18" charset="0"/>
                <a:cs typeface="Times New Roman" panose="02020603050405020304" pitchFamily="18" charset="0"/>
              </a:rPr>
              <a:t>Overview</a:t>
            </a:r>
          </a:p>
          <a:p>
            <a:pPr algn="ctr"/>
            <a:r>
              <a:rPr lang="en-US" sz="5400" i="1" dirty="0">
                <a:solidFill>
                  <a:srgbClr val="F67132"/>
                </a:solidFill>
                <a:latin typeface="Times New Roman" panose="02020603050405020304" pitchFamily="18" charset="0"/>
                <a:cs typeface="Times New Roman" panose="02020603050405020304" pitchFamily="18" charset="0"/>
              </a:rPr>
              <a:t>of the </a:t>
            </a:r>
            <a:br>
              <a:rPr lang="en-US" sz="6000" dirty="0">
                <a:solidFill>
                  <a:srgbClr val="F67132"/>
                </a:solidFill>
                <a:latin typeface="Times New Roman" panose="02020603050405020304" pitchFamily="18" charset="0"/>
                <a:cs typeface="Times New Roman" panose="02020603050405020304" pitchFamily="18" charset="0"/>
              </a:rPr>
            </a:br>
            <a:r>
              <a:rPr lang="en-US" sz="7200" dirty="0">
                <a:solidFill>
                  <a:srgbClr val="F67132"/>
                </a:solidFill>
                <a:latin typeface="Times New Roman" panose="02020603050405020304" pitchFamily="18" charset="0"/>
                <a:cs typeface="Times New Roman" panose="02020603050405020304" pitchFamily="18" charset="0"/>
              </a:rPr>
              <a:t>Semester Topics</a:t>
            </a:r>
            <a:endParaRPr lang="en-US" sz="6000" dirty="0">
              <a:solidFill>
                <a:srgbClr val="F67132"/>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7CB5BE4-CFAE-4A84-946E-788A1BA2BF1C}"/>
              </a:ext>
            </a:extLst>
          </p:cNvPr>
          <p:cNvSpPr txBox="1">
            <a:spLocks/>
          </p:cNvSpPr>
          <p:nvPr/>
        </p:nvSpPr>
        <p:spPr>
          <a:xfrm>
            <a:off x="613457" y="4355682"/>
            <a:ext cx="10949651" cy="9021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1"/>
                </a:solidFill>
                <a:latin typeface="Times New Roman" panose="02020603050405020304" pitchFamily="18" charset="0"/>
                <a:cs typeface="Times New Roman" panose="02020603050405020304" pitchFamily="18" charset="0"/>
              </a:rPr>
              <a:t>A Survey of Data Management Systems</a:t>
            </a:r>
          </a:p>
        </p:txBody>
      </p:sp>
    </p:spTree>
    <p:extLst>
      <p:ext uri="{BB962C8B-B14F-4D97-AF65-F5344CB8AC3E}">
        <p14:creationId xmlns:p14="http://schemas.microsoft.com/office/powerpoint/2010/main" val="2930142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F8CC6-255A-47F2-A159-69D33DFEC17B}"/>
              </a:ext>
            </a:extLst>
          </p:cNvPr>
          <p:cNvSpPr>
            <a:spLocks noGrp="1"/>
          </p:cNvSpPr>
          <p:nvPr>
            <p:ph type="title"/>
          </p:nvPr>
        </p:nvSpPr>
        <p:spPr/>
        <p:txBody>
          <a:bodyPr>
            <a:normAutofit fontScale="90000"/>
          </a:bodyPr>
          <a:lstStyle/>
          <a:p>
            <a:r>
              <a:rPr lang="en-US" dirty="0"/>
              <a:t>In the Beginning…  </a:t>
            </a:r>
            <a:r>
              <a:rPr lang="en-US" dirty="0">
                <a:solidFill>
                  <a:srgbClr val="F67132"/>
                </a:solidFill>
              </a:rPr>
              <a:t>There Was Mainframe</a:t>
            </a:r>
          </a:p>
        </p:txBody>
      </p:sp>
      <p:pic>
        <p:nvPicPr>
          <p:cNvPr id="6" name="Picture 5">
            <a:extLst>
              <a:ext uri="{FF2B5EF4-FFF2-40B4-BE49-F238E27FC236}">
                <a16:creationId xmlns:a16="http://schemas.microsoft.com/office/drawing/2014/main" id="{B0373862-3B1F-4392-B48D-FBB6C2773A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487" y="1138266"/>
            <a:ext cx="7373470" cy="47681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Content Placeholder 2">
            <a:extLst>
              <a:ext uri="{FF2B5EF4-FFF2-40B4-BE49-F238E27FC236}">
                <a16:creationId xmlns:a16="http://schemas.microsoft.com/office/drawing/2014/main" id="{2461D40C-70FE-4300-8583-4104F6BA32C0}"/>
              </a:ext>
            </a:extLst>
          </p:cNvPr>
          <p:cNvSpPr>
            <a:spLocks noGrp="1"/>
          </p:cNvSpPr>
          <p:nvPr>
            <p:ph idx="1"/>
          </p:nvPr>
        </p:nvSpPr>
        <p:spPr>
          <a:xfrm>
            <a:off x="8146473" y="1638796"/>
            <a:ext cx="3693226" cy="4279466"/>
          </a:xfrm>
        </p:spPr>
        <p:txBody>
          <a:bodyPr>
            <a:normAutofit/>
          </a:bodyPr>
          <a:lstStyle/>
          <a:p>
            <a:r>
              <a:rPr lang="en-US" sz="2400" dirty="0"/>
              <a:t>Data stored in ISAM files</a:t>
            </a:r>
            <a:br>
              <a:rPr lang="en-US" sz="2400" dirty="0"/>
            </a:br>
            <a:r>
              <a:rPr lang="en-US" sz="1800" dirty="0"/>
              <a:t>(indexed sequential access method)</a:t>
            </a:r>
          </a:p>
          <a:p>
            <a:pPr lvl="1"/>
            <a:r>
              <a:rPr lang="en-US" sz="2200" dirty="0"/>
              <a:t>Flat files having</a:t>
            </a:r>
            <a:br>
              <a:rPr lang="en-US" sz="2200" dirty="0"/>
            </a:br>
            <a:r>
              <a:rPr lang="en-US" sz="2200" dirty="0"/>
              <a:t>fixed-length fields</a:t>
            </a:r>
          </a:p>
          <a:p>
            <a:r>
              <a:rPr lang="en-US" sz="2400" dirty="0"/>
              <a:t>Centralized computing and storage resources</a:t>
            </a:r>
          </a:p>
          <a:p>
            <a:pPr lvl="1"/>
            <a:r>
              <a:rPr lang="en-US" sz="2200" dirty="0"/>
              <a:t>“Dumb” terminal clients</a:t>
            </a:r>
          </a:p>
          <a:p>
            <a:r>
              <a:rPr lang="en-US" sz="2400" dirty="0"/>
              <a:t>Only affordable to large, wealthy enterprises:</a:t>
            </a:r>
          </a:p>
          <a:p>
            <a:pPr lvl="1"/>
            <a:r>
              <a:rPr lang="en-US" sz="2200" dirty="0"/>
              <a:t>Governments</a:t>
            </a:r>
          </a:p>
          <a:p>
            <a:pPr lvl="1"/>
            <a:r>
              <a:rPr lang="en-US" sz="2200" dirty="0"/>
              <a:t>Large Banks</a:t>
            </a:r>
          </a:p>
        </p:txBody>
      </p:sp>
    </p:spTree>
    <p:extLst>
      <p:ext uri="{BB962C8B-B14F-4D97-AF65-F5344CB8AC3E}">
        <p14:creationId xmlns:p14="http://schemas.microsoft.com/office/powerpoint/2010/main" val="1194096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1F297-6C98-4CD3-BAE2-0B461311945C}"/>
              </a:ext>
            </a:extLst>
          </p:cNvPr>
          <p:cNvSpPr>
            <a:spLocks noGrp="1"/>
          </p:cNvSpPr>
          <p:nvPr>
            <p:ph type="title"/>
          </p:nvPr>
        </p:nvSpPr>
        <p:spPr/>
        <p:txBody>
          <a:bodyPr>
            <a:normAutofit fontScale="90000"/>
          </a:bodyPr>
          <a:lstStyle/>
          <a:p>
            <a:r>
              <a:rPr lang="en-US" dirty="0"/>
              <a:t>Then Came…  </a:t>
            </a:r>
            <a:r>
              <a:rPr lang="en-US" dirty="0">
                <a:solidFill>
                  <a:srgbClr val="F67132"/>
                </a:solidFill>
              </a:rPr>
              <a:t>Client/Server Networks</a:t>
            </a:r>
          </a:p>
        </p:txBody>
      </p:sp>
      <p:sp>
        <p:nvSpPr>
          <p:cNvPr id="3" name="Content Placeholder 2">
            <a:extLst>
              <a:ext uri="{FF2B5EF4-FFF2-40B4-BE49-F238E27FC236}">
                <a16:creationId xmlns:a16="http://schemas.microsoft.com/office/drawing/2014/main" id="{1BE886A8-FEE6-432F-B31E-542EABA2BE5C}"/>
              </a:ext>
            </a:extLst>
          </p:cNvPr>
          <p:cNvSpPr>
            <a:spLocks noGrp="1"/>
          </p:cNvSpPr>
          <p:nvPr>
            <p:ph idx="1"/>
          </p:nvPr>
        </p:nvSpPr>
        <p:spPr>
          <a:xfrm>
            <a:off x="7552705" y="1551009"/>
            <a:ext cx="4275117" cy="4291652"/>
          </a:xfrm>
        </p:spPr>
        <p:txBody>
          <a:bodyPr>
            <a:normAutofit/>
          </a:bodyPr>
          <a:lstStyle/>
          <a:p>
            <a:r>
              <a:rPr lang="en-US" sz="2400" dirty="0"/>
              <a:t>Data stored in Relational Database Management Systems (RDBMS):</a:t>
            </a:r>
          </a:p>
          <a:p>
            <a:pPr lvl="1"/>
            <a:r>
              <a:rPr lang="en-US" sz="2200" dirty="0"/>
              <a:t>Oracle</a:t>
            </a:r>
          </a:p>
          <a:p>
            <a:pPr lvl="1"/>
            <a:r>
              <a:rPr lang="en-US" sz="2200" dirty="0"/>
              <a:t>SQL Server</a:t>
            </a:r>
          </a:p>
          <a:p>
            <a:r>
              <a:rPr lang="en-US" sz="2400" dirty="0"/>
              <a:t>Enterprise Data Centers:</a:t>
            </a:r>
          </a:p>
          <a:p>
            <a:pPr lvl="1"/>
            <a:r>
              <a:rPr lang="en-US" sz="2000" dirty="0"/>
              <a:t>Company owned &amp; managed</a:t>
            </a:r>
          </a:p>
          <a:p>
            <a:pPr lvl="1"/>
            <a:r>
              <a:rPr lang="en-US" sz="2000" dirty="0"/>
              <a:t>Based on commodity hardware</a:t>
            </a:r>
          </a:p>
          <a:p>
            <a:r>
              <a:rPr lang="en-US" sz="2400" dirty="0"/>
              <a:t>Some computation and storage resources shared by clients</a:t>
            </a:r>
          </a:p>
          <a:p>
            <a:endParaRPr lang="en-US" dirty="0"/>
          </a:p>
        </p:txBody>
      </p:sp>
      <p:pic>
        <p:nvPicPr>
          <p:cNvPr id="6" name="Picture 5">
            <a:extLst>
              <a:ext uri="{FF2B5EF4-FFF2-40B4-BE49-F238E27FC236}">
                <a16:creationId xmlns:a16="http://schemas.microsoft.com/office/drawing/2014/main" id="{540C85EF-FE8C-4786-9BF2-3F316771E1C0}"/>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t="5267" b="2393"/>
          <a:stretch/>
        </p:blipFill>
        <p:spPr>
          <a:xfrm>
            <a:off x="552047" y="1177613"/>
            <a:ext cx="6806193" cy="4764024"/>
          </a:xfrm>
          <a:prstGeom prst="rect">
            <a:avLst/>
          </a:prstGeom>
          <a:ln w="12700" cap="sq">
            <a:solidFill>
              <a:srgbClr val="24323E"/>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61436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BEE8-0337-4F77-A144-2EF4A0381A5E}"/>
              </a:ext>
            </a:extLst>
          </p:cNvPr>
          <p:cNvSpPr>
            <a:spLocks noGrp="1"/>
          </p:cNvSpPr>
          <p:nvPr>
            <p:ph type="title"/>
          </p:nvPr>
        </p:nvSpPr>
        <p:spPr/>
        <p:txBody>
          <a:bodyPr>
            <a:normAutofit fontScale="90000"/>
          </a:bodyPr>
          <a:lstStyle/>
          <a:p>
            <a:r>
              <a:rPr lang="en-US" dirty="0"/>
              <a:t>Which Gave Us… </a:t>
            </a:r>
            <a:r>
              <a:rPr lang="en-US" dirty="0">
                <a:solidFill>
                  <a:srgbClr val="F67132"/>
                </a:solidFill>
              </a:rPr>
              <a:t>SMP Servers</a:t>
            </a:r>
          </a:p>
        </p:txBody>
      </p:sp>
      <p:sp>
        <p:nvSpPr>
          <p:cNvPr id="3" name="Content Placeholder 2">
            <a:extLst>
              <a:ext uri="{FF2B5EF4-FFF2-40B4-BE49-F238E27FC236}">
                <a16:creationId xmlns:a16="http://schemas.microsoft.com/office/drawing/2014/main" id="{461D9CE2-3563-4C47-81D7-C84044F27193}"/>
              </a:ext>
            </a:extLst>
          </p:cNvPr>
          <p:cNvSpPr>
            <a:spLocks noGrp="1"/>
          </p:cNvSpPr>
          <p:nvPr>
            <p:ph idx="1"/>
          </p:nvPr>
        </p:nvSpPr>
        <p:spPr>
          <a:xfrm>
            <a:off x="4483510" y="1551008"/>
            <a:ext cx="7374193" cy="4625955"/>
          </a:xfrm>
        </p:spPr>
        <p:txBody>
          <a:bodyPr>
            <a:normAutofit/>
          </a:bodyPr>
          <a:lstStyle/>
          <a:p>
            <a:r>
              <a:rPr lang="en-US" sz="2400" dirty="0"/>
              <a:t>Dedicated Database Servers:</a:t>
            </a:r>
          </a:p>
          <a:p>
            <a:pPr lvl="1"/>
            <a:r>
              <a:rPr lang="en-US" sz="2000" dirty="0"/>
              <a:t>RDBMS (Relational Database Management Server)</a:t>
            </a:r>
          </a:p>
          <a:p>
            <a:pPr lvl="1"/>
            <a:r>
              <a:rPr lang="en-US" sz="2000" dirty="0"/>
              <a:t>Oracle, SQL Server, DB2, etc.</a:t>
            </a:r>
          </a:p>
          <a:p>
            <a:r>
              <a:rPr lang="en-US" sz="2400" dirty="0"/>
              <a:t>OLTP (Online Transaction Processing)</a:t>
            </a:r>
          </a:p>
          <a:p>
            <a:pPr lvl="1"/>
            <a:r>
              <a:rPr lang="en-US" sz="2000" dirty="0"/>
              <a:t>High Volume of Small, Discrete Operations</a:t>
            </a:r>
          </a:p>
          <a:p>
            <a:pPr lvl="1"/>
            <a:r>
              <a:rPr lang="en-US" sz="2000" dirty="0"/>
              <a:t>Online Sales, Bank Deposits &amp; Transfers</a:t>
            </a:r>
          </a:p>
          <a:p>
            <a:pPr lvl="1"/>
            <a:r>
              <a:rPr lang="en-US" sz="2000" dirty="0"/>
              <a:t>Highly Normalized Database Schema</a:t>
            </a:r>
          </a:p>
          <a:p>
            <a:r>
              <a:rPr lang="en-US" sz="2400" dirty="0"/>
              <a:t>OLAP (Online Analytical Processing)</a:t>
            </a:r>
          </a:p>
          <a:p>
            <a:pPr lvl="1"/>
            <a:r>
              <a:rPr lang="en-US" sz="2000" dirty="0"/>
              <a:t>Low Volume of Large Read Operations</a:t>
            </a:r>
          </a:p>
          <a:p>
            <a:pPr lvl="1"/>
            <a:r>
              <a:rPr lang="en-US" sz="2000" dirty="0"/>
              <a:t>Periodic Post-hoc Analysis </a:t>
            </a:r>
            <a:r>
              <a:rPr lang="en-US" sz="2000" i="1" dirty="0"/>
              <a:t>(</a:t>
            </a:r>
            <a:r>
              <a:rPr lang="en-US" sz="2000" i="1" dirty="0">
                <a:solidFill>
                  <a:srgbClr val="F67132"/>
                </a:solidFill>
              </a:rPr>
              <a:t>What Happened?</a:t>
            </a:r>
            <a:r>
              <a:rPr lang="en-US" sz="2000" i="1" dirty="0"/>
              <a:t>) </a:t>
            </a:r>
          </a:p>
          <a:p>
            <a:pPr lvl="1"/>
            <a:r>
              <a:rPr lang="en-US" sz="2000" dirty="0"/>
              <a:t>De-Normalized Multi-Dimensional Data Warehouses</a:t>
            </a:r>
          </a:p>
        </p:txBody>
      </p:sp>
      <p:sp>
        <p:nvSpPr>
          <p:cNvPr id="4" name="Text Placeholder 3">
            <a:extLst>
              <a:ext uri="{FF2B5EF4-FFF2-40B4-BE49-F238E27FC236}">
                <a16:creationId xmlns:a16="http://schemas.microsoft.com/office/drawing/2014/main" id="{9BD13B4F-7317-4A16-8534-DB81A9C68EC2}"/>
              </a:ext>
            </a:extLst>
          </p:cNvPr>
          <p:cNvSpPr>
            <a:spLocks noGrp="1"/>
          </p:cNvSpPr>
          <p:nvPr>
            <p:ph type="body" sz="quarter" idx="13"/>
          </p:nvPr>
        </p:nvSpPr>
        <p:spPr>
          <a:xfrm>
            <a:off x="426424" y="939739"/>
            <a:ext cx="11177904" cy="369332"/>
          </a:xfrm>
        </p:spPr>
        <p:txBody>
          <a:bodyPr>
            <a:noAutofit/>
          </a:bodyPr>
          <a:lstStyle/>
          <a:p>
            <a:r>
              <a:rPr lang="en-US" sz="2400" dirty="0"/>
              <a:t>Relational Database Management running on </a:t>
            </a:r>
            <a:r>
              <a:rPr lang="en-US" sz="2400" b="1" dirty="0">
                <a:solidFill>
                  <a:srgbClr val="F67132"/>
                </a:solidFill>
              </a:rPr>
              <a:t>Symmetric Multi-Processing Servers</a:t>
            </a:r>
          </a:p>
        </p:txBody>
      </p:sp>
      <p:pic>
        <p:nvPicPr>
          <p:cNvPr id="6" name="Picture 5">
            <a:extLst>
              <a:ext uri="{FF2B5EF4-FFF2-40B4-BE49-F238E27FC236}">
                <a16:creationId xmlns:a16="http://schemas.microsoft.com/office/drawing/2014/main" id="{2DEBE753-348E-4CE3-84D0-B51C77B64A22}"/>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610" t="1391" r="1548"/>
          <a:stretch/>
        </p:blipFill>
        <p:spPr>
          <a:xfrm>
            <a:off x="587673" y="1551007"/>
            <a:ext cx="3718856" cy="4184611"/>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2734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BEE8-0337-4F77-A144-2EF4A0381A5E}"/>
              </a:ext>
            </a:extLst>
          </p:cNvPr>
          <p:cNvSpPr>
            <a:spLocks noGrp="1"/>
          </p:cNvSpPr>
          <p:nvPr>
            <p:ph type="title"/>
          </p:nvPr>
        </p:nvSpPr>
        <p:spPr/>
        <p:txBody>
          <a:bodyPr>
            <a:normAutofit fontScale="90000"/>
          </a:bodyPr>
          <a:lstStyle/>
          <a:p>
            <a:r>
              <a:rPr lang="en-US" dirty="0"/>
              <a:t>Which Gave Us… </a:t>
            </a:r>
            <a:r>
              <a:rPr lang="en-US" dirty="0">
                <a:solidFill>
                  <a:srgbClr val="F67132"/>
                </a:solidFill>
              </a:rPr>
              <a:t>SMP Servers</a:t>
            </a:r>
          </a:p>
        </p:txBody>
      </p:sp>
      <p:sp>
        <p:nvSpPr>
          <p:cNvPr id="3" name="Content Placeholder 2">
            <a:extLst>
              <a:ext uri="{FF2B5EF4-FFF2-40B4-BE49-F238E27FC236}">
                <a16:creationId xmlns:a16="http://schemas.microsoft.com/office/drawing/2014/main" id="{461D9CE2-3563-4C47-81D7-C84044F27193}"/>
              </a:ext>
            </a:extLst>
          </p:cNvPr>
          <p:cNvSpPr>
            <a:spLocks noGrp="1"/>
          </p:cNvSpPr>
          <p:nvPr>
            <p:ph idx="1"/>
          </p:nvPr>
        </p:nvSpPr>
        <p:spPr>
          <a:xfrm>
            <a:off x="4483510" y="1551008"/>
            <a:ext cx="7374193" cy="4625955"/>
          </a:xfrm>
        </p:spPr>
        <p:txBody>
          <a:bodyPr>
            <a:normAutofit lnSpcReduction="10000"/>
          </a:bodyPr>
          <a:lstStyle/>
          <a:p>
            <a:r>
              <a:rPr lang="en-US" sz="2400" dirty="0"/>
              <a:t>Dedicated Database Servers:</a:t>
            </a:r>
          </a:p>
          <a:p>
            <a:pPr lvl="1"/>
            <a:r>
              <a:rPr lang="en-US" sz="2000" dirty="0"/>
              <a:t>RDBMS (Relational Database Management Server)</a:t>
            </a:r>
          </a:p>
          <a:p>
            <a:pPr lvl="1"/>
            <a:r>
              <a:rPr lang="en-US" sz="2000" dirty="0"/>
              <a:t>Oracle, SQL Server, DB2, etc.</a:t>
            </a:r>
          </a:p>
          <a:p>
            <a:r>
              <a:rPr lang="en-US" sz="2400" dirty="0"/>
              <a:t>OLTP (Online Transaction Processing)</a:t>
            </a:r>
          </a:p>
          <a:p>
            <a:pPr lvl="1"/>
            <a:r>
              <a:rPr lang="en-US" sz="2200" dirty="0"/>
              <a:t>Characterized by a large volume of transactions </a:t>
            </a:r>
            <a:br>
              <a:rPr lang="en-US" sz="2200" dirty="0"/>
            </a:br>
            <a:r>
              <a:rPr lang="en-US" sz="2200" dirty="0"/>
              <a:t>each of which affect a small number of rows</a:t>
            </a:r>
          </a:p>
          <a:p>
            <a:pPr lvl="1"/>
            <a:r>
              <a:rPr lang="en-US" sz="2000" dirty="0"/>
              <a:t>Online Sales, Bank Deposits &amp; Transfers</a:t>
            </a:r>
          </a:p>
          <a:p>
            <a:pPr lvl="1"/>
            <a:r>
              <a:rPr lang="en-US" sz="2000" dirty="0"/>
              <a:t>Highly Normalized Database Schema</a:t>
            </a:r>
          </a:p>
          <a:p>
            <a:r>
              <a:rPr lang="en-US" sz="2400" dirty="0"/>
              <a:t>OLAP (Online Analytical Processing)</a:t>
            </a:r>
          </a:p>
          <a:p>
            <a:pPr lvl="1"/>
            <a:r>
              <a:rPr lang="en-US" sz="2200" dirty="0"/>
              <a:t>Characterized by a small volume of read transactions </a:t>
            </a:r>
            <a:br>
              <a:rPr lang="en-US" sz="2200" dirty="0"/>
            </a:br>
            <a:r>
              <a:rPr lang="en-US" sz="2200" dirty="0"/>
              <a:t>each of which affect a large number of rows</a:t>
            </a:r>
          </a:p>
          <a:p>
            <a:pPr lvl="1"/>
            <a:r>
              <a:rPr lang="en-US" sz="2000" dirty="0"/>
              <a:t>Periodic Post-hoc Analysis </a:t>
            </a:r>
            <a:r>
              <a:rPr lang="en-US" sz="2000" i="1" dirty="0"/>
              <a:t>(</a:t>
            </a:r>
            <a:r>
              <a:rPr lang="en-US" sz="2000" i="1" dirty="0">
                <a:solidFill>
                  <a:srgbClr val="F67132"/>
                </a:solidFill>
              </a:rPr>
              <a:t>What Happened?</a:t>
            </a:r>
            <a:r>
              <a:rPr lang="en-US" sz="2000" i="1" dirty="0"/>
              <a:t>) </a:t>
            </a:r>
          </a:p>
          <a:p>
            <a:pPr lvl="1"/>
            <a:r>
              <a:rPr lang="en-US" sz="2000" dirty="0"/>
              <a:t>De-Normalized Multi-Dimensional Data Warehouse Schema</a:t>
            </a:r>
          </a:p>
        </p:txBody>
      </p:sp>
      <p:sp>
        <p:nvSpPr>
          <p:cNvPr id="4" name="Text Placeholder 3">
            <a:extLst>
              <a:ext uri="{FF2B5EF4-FFF2-40B4-BE49-F238E27FC236}">
                <a16:creationId xmlns:a16="http://schemas.microsoft.com/office/drawing/2014/main" id="{9BD13B4F-7317-4A16-8534-DB81A9C68EC2}"/>
              </a:ext>
            </a:extLst>
          </p:cNvPr>
          <p:cNvSpPr>
            <a:spLocks noGrp="1"/>
          </p:cNvSpPr>
          <p:nvPr>
            <p:ph type="body" sz="quarter" idx="13"/>
          </p:nvPr>
        </p:nvSpPr>
        <p:spPr>
          <a:xfrm>
            <a:off x="426424" y="939739"/>
            <a:ext cx="11177904" cy="369332"/>
          </a:xfrm>
        </p:spPr>
        <p:txBody>
          <a:bodyPr>
            <a:noAutofit/>
          </a:bodyPr>
          <a:lstStyle/>
          <a:p>
            <a:r>
              <a:rPr lang="en-US" sz="2400" dirty="0"/>
              <a:t>Relational Database Management running on </a:t>
            </a:r>
            <a:r>
              <a:rPr lang="en-US" sz="2400" b="1" dirty="0">
                <a:solidFill>
                  <a:srgbClr val="F67132"/>
                </a:solidFill>
              </a:rPr>
              <a:t>Symmetric Multi-Processing Servers</a:t>
            </a:r>
          </a:p>
        </p:txBody>
      </p:sp>
      <p:pic>
        <p:nvPicPr>
          <p:cNvPr id="6" name="Picture 5">
            <a:extLst>
              <a:ext uri="{FF2B5EF4-FFF2-40B4-BE49-F238E27FC236}">
                <a16:creationId xmlns:a16="http://schemas.microsoft.com/office/drawing/2014/main" id="{2DEBE753-348E-4CE3-84D0-B51C77B64A22}"/>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610" t="1391" r="1548"/>
          <a:stretch/>
        </p:blipFill>
        <p:spPr>
          <a:xfrm>
            <a:off x="587673" y="1551007"/>
            <a:ext cx="3718856" cy="4184611"/>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70033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B6AB-0311-4A8D-89DC-50488716B48A}"/>
              </a:ext>
            </a:extLst>
          </p:cNvPr>
          <p:cNvSpPr>
            <a:spLocks noGrp="1"/>
          </p:cNvSpPr>
          <p:nvPr>
            <p:ph type="title"/>
          </p:nvPr>
        </p:nvSpPr>
        <p:spPr/>
        <p:txBody>
          <a:bodyPr>
            <a:normAutofit fontScale="90000"/>
          </a:bodyPr>
          <a:lstStyle/>
          <a:p>
            <a:r>
              <a:rPr lang="en-US" dirty="0"/>
              <a:t>But Then… </a:t>
            </a:r>
            <a:r>
              <a:rPr lang="en-US" dirty="0">
                <a:solidFill>
                  <a:srgbClr val="F67132"/>
                </a:solidFill>
              </a:rPr>
              <a:t>An Explosion of Data – “BIG Data”</a:t>
            </a:r>
            <a:endParaRPr lang="en-US" dirty="0"/>
          </a:p>
        </p:txBody>
      </p:sp>
      <p:sp>
        <p:nvSpPr>
          <p:cNvPr id="4" name="Text Placeholder 3">
            <a:extLst>
              <a:ext uri="{FF2B5EF4-FFF2-40B4-BE49-F238E27FC236}">
                <a16:creationId xmlns:a16="http://schemas.microsoft.com/office/drawing/2014/main" id="{69ED0B96-5B05-471D-B1A3-72A6246363FA}"/>
              </a:ext>
            </a:extLst>
          </p:cNvPr>
          <p:cNvSpPr>
            <a:spLocks noGrp="1"/>
          </p:cNvSpPr>
          <p:nvPr>
            <p:ph type="body" sz="quarter" idx="13"/>
          </p:nvPr>
        </p:nvSpPr>
        <p:spPr/>
        <p:txBody>
          <a:bodyPr>
            <a:normAutofit fontScale="85000" lnSpcReduction="20000"/>
          </a:bodyPr>
          <a:lstStyle/>
          <a:p>
            <a:r>
              <a:rPr lang="en-US" dirty="0"/>
              <a:t>A Rapid, Exponential Proliferation of New Devices: </a:t>
            </a:r>
            <a:r>
              <a:rPr lang="en-US" dirty="0">
                <a:solidFill>
                  <a:srgbClr val="F67132"/>
                </a:solidFill>
              </a:rPr>
              <a:t>The Internet of Things (IoT)</a:t>
            </a:r>
          </a:p>
        </p:txBody>
      </p:sp>
      <p:graphicFrame>
        <p:nvGraphicFramePr>
          <p:cNvPr id="5" name="Content Placeholder 2">
            <a:extLst>
              <a:ext uri="{FF2B5EF4-FFF2-40B4-BE49-F238E27FC236}">
                <a16:creationId xmlns:a16="http://schemas.microsoft.com/office/drawing/2014/main" id="{F38C90DE-F5F4-4E29-8AD7-D6956621E464}"/>
              </a:ext>
            </a:extLst>
          </p:cNvPr>
          <p:cNvGraphicFramePr>
            <a:graphicFrameLocks noGrp="1"/>
          </p:cNvGraphicFramePr>
          <p:nvPr>
            <p:extLst>
              <p:ext uri="{D42A27DB-BD31-4B8C-83A1-F6EECF244321}">
                <p14:modId xmlns:p14="http://schemas.microsoft.com/office/powerpoint/2010/main" val="331093775"/>
              </p:ext>
            </p:extLst>
          </p:nvPr>
        </p:nvGraphicFramePr>
        <p:xfrm>
          <a:off x="1487275" y="1522150"/>
          <a:ext cx="9099198" cy="4305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a:extLst>
              <a:ext uri="{FF2B5EF4-FFF2-40B4-BE49-F238E27FC236}">
                <a16:creationId xmlns:a16="http://schemas.microsoft.com/office/drawing/2014/main" id="{79D289D9-99F9-4928-8FD5-DC63804EF1FE}"/>
              </a:ext>
            </a:extLst>
          </p:cNvPr>
          <p:cNvGrpSpPr/>
          <p:nvPr/>
        </p:nvGrpSpPr>
        <p:grpSpPr>
          <a:xfrm>
            <a:off x="801475" y="1531676"/>
            <a:ext cx="1085498" cy="4292665"/>
            <a:chOff x="1060802" y="1177926"/>
            <a:chExt cx="1085498" cy="4292665"/>
          </a:xfrm>
        </p:grpSpPr>
        <p:grpSp>
          <p:nvGrpSpPr>
            <p:cNvPr id="7" name="Group 6">
              <a:extLst>
                <a:ext uri="{FF2B5EF4-FFF2-40B4-BE49-F238E27FC236}">
                  <a16:creationId xmlns:a16="http://schemas.microsoft.com/office/drawing/2014/main" id="{3AB541DC-A61B-438E-B0EF-B8ACE8F78511}"/>
                </a:ext>
              </a:extLst>
            </p:cNvPr>
            <p:cNvGrpSpPr/>
            <p:nvPr/>
          </p:nvGrpSpPr>
          <p:grpSpPr>
            <a:xfrm>
              <a:off x="1060802" y="1177926"/>
              <a:ext cx="1085498" cy="1040634"/>
              <a:chOff x="10695008" y="365126"/>
              <a:chExt cx="909320" cy="871737"/>
            </a:xfrm>
          </p:grpSpPr>
          <p:sp>
            <p:nvSpPr>
              <p:cNvPr id="17" name="Oval 16">
                <a:extLst>
                  <a:ext uri="{FF2B5EF4-FFF2-40B4-BE49-F238E27FC236}">
                    <a16:creationId xmlns:a16="http://schemas.microsoft.com/office/drawing/2014/main" id="{DD98D998-7906-4432-91EE-7A91C7B4F15E}"/>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0" descr="Intramural-Recreational Sports at UVA">
                <a:extLst>
                  <a:ext uri="{FF2B5EF4-FFF2-40B4-BE49-F238E27FC236}">
                    <a16:creationId xmlns:a16="http://schemas.microsoft.com/office/drawing/2014/main" id="{96B09434-3818-44DE-80AD-B7640BCDCBCE}"/>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3BC751BD-8743-4391-BB0A-66C101A6427C}"/>
                </a:ext>
              </a:extLst>
            </p:cNvPr>
            <p:cNvGrpSpPr/>
            <p:nvPr/>
          </p:nvGrpSpPr>
          <p:grpSpPr>
            <a:xfrm>
              <a:off x="1060802" y="2258257"/>
              <a:ext cx="1085498" cy="1040634"/>
              <a:chOff x="10695008" y="365126"/>
              <a:chExt cx="909320" cy="871737"/>
            </a:xfrm>
          </p:grpSpPr>
          <p:sp>
            <p:nvSpPr>
              <p:cNvPr id="15" name="Oval 14">
                <a:extLst>
                  <a:ext uri="{FF2B5EF4-FFF2-40B4-BE49-F238E27FC236}">
                    <a16:creationId xmlns:a16="http://schemas.microsoft.com/office/drawing/2014/main" id="{1FCD29FC-EC98-4ABB-8049-498AE44F8910}"/>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0" descr="Intramural-Recreational Sports at UVA">
                <a:extLst>
                  <a:ext uri="{FF2B5EF4-FFF2-40B4-BE49-F238E27FC236}">
                    <a16:creationId xmlns:a16="http://schemas.microsoft.com/office/drawing/2014/main" id="{434B9C47-F18D-4648-802C-9E9467AB244F}"/>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DCED1E4E-3957-4E51-9247-788EB2C845ED}"/>
                </a:ext>
              </a:extLst>
            </p:cNvPr>
            <p:cNvGrpSpPr/>
            <p:nvPr/>
          </p:nvGrpSpPr>
          <p:grpSpPr>
            <a:xfrm>
              <a:off x="1060802" y="3349626"/>
              <a:ext cx="1085498" cy="1040634"/>
              <a:chOff x="10695008" y="365126"/>
              <a:chExt cx="909320" cy="871737"/>
            </a:xfrm>
          </p:grpSpPr>
          <p:sp>
            <p:nvSpPr>
              <p:cNvPr id="13" name="Oval 12">
                <a:extLst>
                  <a:ext uri="{FF2B5EF4-FFF2-40B4-BE49-F238E27FC236}">
                    <a16:creationId xmlns:a16="http://schemas.microsoft.com/office/drawing/2014/main" id="{020AA12F-8879-4D1B-A446-DE704FCC0A77}"/>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0" descr="Intramural-Recreational Sports at UVA">
                <a:extLst>
                  <a:ext uri="{FF2B5EF4-FFF2-40B4-BE49-F238E27FC236}">
                    <a16:creationId xmlns:a16="http://schemas.microsoft.com/office/drawing/2014/main" id="{174CBE19-7290-4F86-97CB-9E8B143416E0}"/>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AC99316E-D277-4326-B724-519771DF3583}"/>
                </a:ext>
              </a:extLst>
            </p:cNvPr>
            <p:cNvGrpSpPr/>
            <p:nvPr/>
          </p:nvGrpSpPr>
          <p:grpSpPr>
            <a:xfrm>
              <a:off x="1060802" y="4429957"/>
              <a:ext cx="1085498" cy="1040634"/>
              <a:chOff x="10695008" y="365126"/>
              <a:chExt cx="909320" cy="871737"/>
            </a:xfrm>
          </p:grpSpPr>
          <p:sp>
            <p:nvSpPr>
              <p:cNvPr id="11" name="Oval 10">
                <a:extLst>
                  <a:ext uri="{FF2B5EF4-FFF2-40B4-BE49-F238E27FC236}">
                    <a16:creationId xmlns:a16="http://schemas.microsoft.com/office/drawing/2014/main" id="{636C17D9-BE39-4FEC-9B88-9894FBE2D72B}"/>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0" descr="Intramural-Recreational Sports at UVA">
                <a:extLst>
                  <a:ext uri="{FF2B5EF4-FFF2-40B4-BE49-F238E27FC236}">
                    <a16:creationId xmlns:a16="http://schemas.microsoft.com/office/drawing/2014/main" id="{8D641837-05BA-4F0E-912B-B997F7EAD643}"/>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519177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0CCE31E-F212-4047-8C2F-4F379B69C130}"/>
              </a:ext>
            </a:extLst>
          </p:cNvPr>
          <p:cNvSpPr/>
          <p:nvPr/>
        </p:nvSpPr>
        <p:spPr>
          <a:xfrm>
            <a:off x="5551723" y="1441297"/>
            <a:ext cx="4789325" cy="4576598"/>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DB260F-88BE-4BA8-9177-BD585970F13F}"/>
              </a:ext>
            </a:extLst>
          </p:cNvPr>
          <p:cNvSpPr/>
          <p:nvPr/>
        </p:nvSpPr>
        <p:spPr>
          <a:xfrm>
            <a:off x="571665" y="1436377"/>
            <a:ext cx="3946531" cy="4576598"/>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7790B-6349-4CCB-B3F8-9C2E2CB4F2BE}"/>
              </a:ext>
            </a:extLst>
          </p:cNvPr>
          <p:cNvSpPr>
            <a:spLocks noGrp="1"/>
          </p:cNvSpPr>
          <p:nvPr>
            <p:ph type="title"/>
          </p:nvPr>
        </p:nvSpPr>
        <p:spPr>
          <a:xfrm>
            <a:off x="425801" y="365126"/>
            <a:ext cx="10871463" cy="568264"/>
          </a:xfrm>
        </p:spPr>
        <p:txBody>
          <a:bodyPr>
            <a:normAutofit fontScale="90000"/>
          </a:bodyPr>
          <a:lstStyle/>
          <a:p>
            <a:r>
              <a:rPr lang="en-US" spc="-150" dirty="0"/>
              <a:t>But… How Can We Manage All That Data: </a:t>
            </a:r>
            <a:r>
              <a:rPr lang="en-US" spc="-150" dirty="0">
                <a:solidFill>
                  <a:srgbClr val="F67132"/>
                </a:solidFill>
              </a:rPr>
              <a:t>Scalability</a:t>
            </a:r>
          </a:p>
        </p:txBody>
      </p:sp>
      <p:sp>
        <p:nvSpPr>
          <p:cNvPr id="3" name="Content Placeholder 2">
            <a:extLst>
              <a:ext uri="{FF2B5EF4-FFF2-40B4-BE49-F238E27FC236}">
                <a16:creationId xmlns:a16="http://schemas.microsoft.com/office/drawing/2014/main" id="{5FB2227B-0477-402B-971A-ED0E6F886C01}"/>
              </a:ext>
            </a:extLst>
          </p:cNvPr>
          <p:cNvSpPr>
            <a:spLocks noGrp="1"/>
          </p:cNvSpPr>
          <p:nvPr>
            <p:ph idx="1"/>
          </p:nvPr>
        </p:nvSpPr>
        <p:spPr>
          <a:xfrm>
            <a:off x="607227" y="1554361"/>
            <a:ext cx="3875407" cy="406221"/>
          </a:xfrm>
        </p:spPr>
        <p:txBody>
          <a:bodyPr anchor="ctr">
            <a:normAutofit/>
          </a:bodyPr>
          <a:lstStyle/>
          <a:p>
            <a:pPr marL="0" indent="0" algn="ctr">
              <a:buNone/>
            </a:pPr>
            <a:r>
              <a:rPr lang="en-US" sz="2000" dirty="0"/>
              <a:t>SMP: Symmetric Multi-Processing</a:t>
            </a:r>
          </a:p>
        </p:txBody>
      </p:sp>
      <p:pic>
        <p:nvPicPr>
          <p:cNvPr id="5" name="Picture 4">
            <a:extLst>
              <a:ext uri="{FF2B5EF4-FFF2-40B4-BE49-F238E27FC236}">
                <a16:creationId xmlns:a16="http://schemas.microsoft.com/office/drawing/2014/main" id="{F743AC04-AC2C-425C-B12B-D7422D159A00}"/>
              </a:ext>
            </a:extLst>
          </p:cNvPr>
          <p:cNvPicPr>
            <a:picLocks noChangeAspect="1"/>
          </p:cNvPicPr>
          <p:nvPr/>
        </p:nvPicPr>
        <p:blipFill rotWithShape="1">
          <a:blip r:embed="rId2">
            <a:extLst>
              <a:ext uri="{28A0092B-C50C-407E-A947-70E740481C1C}">
                <a14:useLocalDpi xmlns:a14="http://schemas.microsoft.com/office/drawing/2010/main" val="0"/>
              </a:ext>
            </a:extLst>
          </a:blip>
          <a:srcRect l="2070" t="2820"/>
          <a:stretch/>
        </p:blipFill>
        <p:spPr>
          <a:xfrm>
            <a:off x="6008682" y="2005155"/>
            <a:ext cx="3875407" cy="3439556"/>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497C1CA4-F104-4F01-8F63-472354B0D10F}"/>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610" t="1391" r="1548"/>
          <a:stretch/>
        </p:blipFill>
        <p:spPr>
          <a:xfrm>
            <a:off x="1016567" y="2005155"/>
            <a:ext cx="3056727" cy="3439556"/>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8" name="Content Placeholder 2">
            <a:extLst>
              <a:ext uri="{FF2B5EF4-FFF2-40B4-BE49-F238E27FC236}">
                <a16:creationId xmlns:a16="http://schemas.microsoft.com/office/drawing/2014/main" id="{B1CAD378-275C-4ED7-8AFB-B859E827D2F0}"/>
              </a:ext>
            </a:extLst>
          </p:cNvPr>
          <p:cNvSpPr txBox="1">
            <a:spLocks/>
          </p:cNvSpPr>
          <p:nvPr/>
        </p:nvSpPr>
        <p:spPr>
          <a:xfrm>
            <a:off x="6008682" y="1554361"/>
            <a:ext cx="3875407" cy="40622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rgbClr val="24323E"/>
              </a:buClr>
              <a:buFont typeface="Wingdings" panose="05000000000000000000" pitchFamily="2" charset="2"/>
              <a:buChar char="§"/>
              <a:defRPr sz="2800" kern="1200">
                <a:solidFill>
                  <a:srgbClr val="24323E"/>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Clr>
                <a:srgbClr val="F67132"/>
              </a:buClr>
              <a:buFont typeface="Wingdings" panose="05000000000000000000" pitchFamily="2" charset="2"/>
              <a:buChar char="§"/>
              <a:defRPr sz="2400" kern="1200">
                <a:solidFill>
                  <a:srgbClr val="24323E"/>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Clr>
                <a:srgbClr val="24323E"/>
              </a:buClr>
              <a:buFont typeface="Wingdings" panose="05000000000000000000" pitchFamily="2" charset="2"/>
              <a:buChar char="§"/>
              <a:defRPr sz="2000" kern="1200">
                <a:solidFill>
                  <a:srgbClr val="24323E"/>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Clr>
                <a:srgbClr val="F67132"/>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Clr>
                <a:srgbClr val="24323E"/>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MPP: Massively Parallel Processing</a:t>
            </a:r>
          </a:p>
        </p:txBody>
      </p:sp>
      <p:sp>
        <p:nvSpPr>
          <p:cNvPr id="9" name="Content Placeholder 2">
            <a:extLst>
              <a:ext uri="{FF2B5EF4-FFF2-40B4-BE49-F238E27FC236}">
                <a16:creationId xmlns:a16="http://schemas.microsoft.com/office/drawing/2014/main" id="{8E907057-EE0B-4F1B-A069-7C0F77823C71}"/>
              </a:ext>
            </a:extLst>
          </p:cNvPr>
          <p:cNvSpPr txBox="1">
            <a:spLocks/>
          </p:cNvSpPr>
          <p:nvPr/>
        </p:nvSpPr>
        <p:spPr>
          <a:xfrm>
            <a:off x="1016567" y="5505239"/>
            <a:ext cx="3056727" cy="438912"/>
          </a:xfrm>
          <a:prstGeom prst="rect">
            <a:avLst/>
          </a:prstGeom>
          <a:noFill/>
          <a:ln>
            <a:no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rgbClr val="24323E"/>
              </a:buClr>
              <a:buFont typeface="Wingdings" panose="05000000000000000000" pitchFamily="2" charset="2"/>
              <a:buChar char="§"/>
              <a:defRPr sz="2800" kern="1200">
                <a:solidFill>
                  <a:srgbClr val="24323E"/>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Clr>
                <a:srgbClr val="F67132"/>
              </a:buClr>
              <a:buFont typeface="Wingdings" panose="05000000000000000000" pitchFamily="2" charset="2"/>
              <a:buChar char="§"/>
              <a:defRPr sz="2400" kern="1200">
                <a:solidFill>
                  <a:srgbClr val="24323E"/>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Clr>
                <a:srgbClr val="24323E"/>
              </a:buClr>
              <a:buFont typeface="Wingdings" panose="05000000000000000000" pitchFamily="2" charset="2"/>
              <a:buChar char="§"/>
              <a:defRPr sz="2000" kern="1200">
                <a:solidFill>
                  <a:srgbClr val="24323E"/>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Clr>
                <a:srgbClr val="F67132"/>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Clr>
                <a:srgbClr val="24323E"/>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2000" dirty="0"/>
              <a:t>Scale Up (Limited)</a:t>
            </a:r>
          </a:p>
        </p:txBody>
      </p:sp>
      <p:sp>
        <p:nvSpPr>
          <p:cNvPr id="11" name="Content Placeholder 2">
            <a:extLst>
              <a:ext uri="{FF2B5EF4-FFF2-40B4-BE49-F238E27FC236}">
                <a16:creationId xmlns:a16="http://schemas.microsoft.com/office/drawing/2014/main" id="{199DF8BD-7C6E-423C-A0EF-BEF0EC544AFC}"/>
              </a:ext>
            </a:extLst>
          </p:cNvPr>
          <p:cNvSpPr txBox="1">
            <a:spLocks/>
          </p:cNvSpPr>
          <p:nvPr/>
        </p:nvSpPr>
        <p:spPr>
          <a:xfrm>
            <a:off x="5973120" y="5504360"/>
            <a:ext cx="3946531" cy="439791"/>
          </a:xfrm>
          <a:prstGeom prst="rect">
            <a:avLst/>
          </a:prstGeom>
        </p:spPr>
        <p:txBody>
          <a:bodyPr vert="horz" lIns="91440" tIns="45720" rIns="91440" bIns="45720" rtlCol="0" anchor="ctr">
            <a:normAutofit fontScale="77500" lnSpcReduction="20000"/>
          </a:bodyPr>
          <a:lstStyle>
            <a:lvl1pPr marL="228600" indent="-228600" algn="l" defTabSz="914400" rtl="0" eaLnBrk="1" latinLnBrk="0" hangingPunct="1">
              <a:lnSpc>
                <a:spcPct val="90000"/>
              </a:lnSpc>
              <a:spcBef>
                <a:spcPts val="1000"/>
              </a:spcBef>
              <a:buClr>
                <a:srgbClr val="24323E"/>
              </a:buClr>
              <a:buFont typeface="Wingdings" panose="05000000000000000000" pitchFamily="2" charset="2"/>
              <a:buChar char="§"/>
              <a:defRPr sz="2800" kern="1200">
                <a:solidFill>
                  <a:srgbClr val="24323E"/>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Clr>
                <a:srgbClr val="F67132"/>
              </a:buClr>
              <a:buFont typeface="Wingdings" panose="05000000000000000000" pitchFamily="2" charset="2"/>
              <a:buChar char="§"/>
              <a:defRPr sz="2400" kern="1200">
                <a:solidFill>
                  <a:srgbClr val="24323E"/>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Clr>
                <a:srgbClr val="24323E"/>
              </a:buClr>
              <a:buFont typeface="Wingdings" panose="05000000000000000000" pitchFamily="2" charset="2"/>
              <a:buChar char="§"/>
              <a:defRPr sz="2000" kern="1200">
                <a:solidFill>
                  <a:srgbClr val="24323E"/>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Clr>
                <a:srgbClr val="F67132"/>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Clr>
                <a:srgbClr val="24323E"/>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Scale Out (Practically Unlimited)</a:t>
            </a:r>
          </a:p>
        </p:txBody>
      </p:sp>
      <p:sp>
        <p:nvSpPr>
          <p:cNvPr id="12" name="Text Placeholder 3">
            <a:extLst>
              <a:ext uri="{FF2B5EF4-FFF2-40B4-BE49-F238E27FC236}">
                <a16:creationId xmlns:a16="http://schemas.microsoft.com/office/drawing/2014/main" id="{CB97C0E0-2F88-41C8-9B04-FB598C800B0A}"/>
              </a:ext>
            </a:extLst>
          </p:cNvPr>
          <p:cNvSpPr>
            <a:spLocks noGrp="1"/>
          </p:cNvSpPr>
          <p:nvPr>
            <p:ph type="body" sz="quarter" idx="13"/>
          </p:nvPr>
        </p:nvSpPr>
        <p:spPr>
          <a:xfrm>
            <a:off x="426424" y="939739"/>
            <a:ext cx="9847187" cy="369332"/>
          </a:xfrm>
        </p:spPr>
        <p:txBody>
          <a:bodyPr>
            <a:normAutofit fontScale="77500" lnSpcReduction="20000"/>
          </a:bodyPr>
          <a:lstStyle/>
          <a:p>
            <a:r>
              <a:rPr lang="en-US" dirty="0"/>
              <a:t>The Advent of Big Data Drove a Need to Increase Scale to the Petabyte Level: </a:t>
            </a:r>
            <a:r>
              <a:rPr lang="en-US" b="1" dirty="0">
                <a:solidFill>
                  <a:srgbClr val="F67132"/>
                </a:solidFill>
              </a:rPr>
              <a:t>$$$$$</a:t>
            </a:r>
            <a:r>
              <a:rPr lang="en-US" dirty="0"/>
              <a:t> </a:t>
            </a:r>
          </a:p>
        </p:txBody>
      </p:sp>
      <p:sp>
        <p:nvSpPr>
          <p:cNvPr id="17" name="Arrow: Left 16">
            <a:extLst>
              <a:ext uri="{FF2B5EF4-FFF2-40B4-BE49-F238E27FC236}">
                <a16:creationId xmlns:a16="http://schemas.microsoft.com/office/drawing/2014/main" id="{6FD3CAA0-2401-4BF4-9742-2431B785C0E3}"/>
              </a:ext>
            </a:extLst>
          </p:cNvPr>
          <p:cNvSpPr/>
          <p:nvPr/>
        </p:nvSpPr>
        <p:spPr>
          <a:xfrm>
            <a:off x="4182626" y="2585884"/>
            <a:ext cx="1461094" cy="707922"/>
          </a:xfrm>
          <a:prstGeom prst="leftArrow">
            <a:avLst/>
          </a:prstGeom>
          <a:solidFill>
            <a:srgbClr val="24323E"/>
          </a:solidFill>
          <a:ln w="28575">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This</a:t>
            </a:r>
          </a:p>
        </p:txBody>
      </p:sp>
      <p:sp>
        <p:nvSpPr>
          <p:cNvPr id="20" name="Arrow: Right 19">
            <a:extLst>
              <a:ext uri="{FF2B5EF4-FFF2-40B4-BE49-F238E27FC236}">
                <a16:creationId xmlns:a16="http://schemas.microsoft.com/office/drawing/2014/main" id="{E8138933-D2E1-40CF-8FF2-0C1238D21A73}"/>
              </a:ext>
            </a:extLst>
          </p:cNvPr>
          <p:cNvSpPr/>
          <p:nvPr/>
        </p:nvSpPr>
        <p:spPr>
          <a:xfrm>
            <a:off x="4461725" y="3801713"/>
            <a:ext cx="1461094" cy="707922"/>
          </a:xfrm>
          <a:prstGeom prst="rightArrow">
            <a:avLst/>
          </a:prstGeom>
          <a:solidFill>
            <a:srgbClr val="F67132"/>
          </a:solidFill>
          <a:ln w="28575">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Became</a:t>
            </a:r>
            <a:endParaRPr lang="en-US" b="1" dirty="0"/>
          </a:p>
        </p:txBody>
      </p:sp>
    </p:spTree>
    <p:extLst>
      <p:ext uri="{BB962C8B-B14F-4D97-AF65-F5344CB8AC3E}">
        <p14:creationId xmlns:p14="http://schemas.microsoft.com/office/powerpoint/2010/main" val="1867359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64C7-F259-4FA1-A664-097A6CBF4E2A}"/>
              </a:ext>
            </a:extLst>
          </p:cNvPr>
          <p:cNvSpPr>
            <a:spLocks noGrp="1"/>
          </p:cNvSpPr>
          <p:nvPr>
            <p:ph type="title"/>
          </p:nvPr>
        </p:nvSpPr>
        <p:spPr>
          <a:xfrm>
            <a:off x="426422" y="371475"/>
            <a:ext cx="10622577" cy="568264"/>
          </a:xfrm>
        </p:spPr>
        <p:txBody>
          <a:bodyPr>
            <a:normAutofit fontScale="90000"/>
          </a:bodyPr>
          <a:lstStyle/>
          <a:p>
            <a:r>
              <a:rPr lang="en-US" dirty="0"/>
              <a:t>And Today… </a:t>
            </a:r>
            <a:r>
              <a:rPr lang="en-US" dirty="0">
                <a:solidFill>
                  <a:srgbClr val="F67132"/>
                </a:solidFill>
              </a:rPr>
              <a:t>Cloud-hosted Databases &amp; Services</a:t>
            </a:r>
          </a:p>
        </p:txBody>
      </p:sp>
      <p:graphicFrame>
        <p:nvGraphicFramePr>
          <p:cNvPr id="55" name="Content Placeholder 4">
            <a:extLst>
              <a:ext uri="{FF2B5EF4-FFF2-40B4-BE49-F238E27FC236}">
                <a16:creationId xmlns:a16="http://schemas.microsoft.com/office/drawing/2014/main" id="{A0D112C9-432C-4B25-BA86-716F913C32FE}"/>
              </a:ext>
            </a:extLst>
          </p:cNvPr>
          <p:cNvGraphicFramePr>
            <a:graphicFrameLocks noGrp="1"/>
          </p:cNvGraphicFramePr>
          <p:nvPr>
            <p:ph idx="1"/>
            <p:extLst>
              <p:ext uri="{D42A27DB-BD31-4B8C-83A1-F6EECF244321}">
                <p14:modId xmlns:p14="http://schemas.microsoft.com/office/powerpoint/2010/main" val="2605172394"/>
              </p:ext>
            </p:extLst>
          </p:nvPr>
        </p:nvGraphicFramePr>
        <p:xfrm>
          <a:off x="533400" y="1485900"/>
          <a:ext cx="10515600" cy="4356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6" name="Text Placeholder 3">
            <a:extLst>
              <a:ext uri="{FF2B5EF4-FFF2-40B4-BE49-F238E27FC236}">
                <a16:creationId xmlns:a16="http://schemas.microsoft.com/office/drawing/2014/main" id="{E0EB469D-7266-446B-AEAF-19E913627263}"/>
              </a:ext>
            </a:extLst>
          </p:cNvPr>
          <p:cNvSpPr>
            <a:spLocks noGrp="1"/>
          </p:cNvSpPr>
          <p:nvPr>
            <p:ph type="body" sz="quarter" idx="13"/>
          </p:nvPr>
        </p:nvSpPr>
        <p:spPr>
          <a:xfrm>
            <a:off x="426423" y="939739"/>
            <a:ext cx="11146451" cy="369332"/>
          </a:xfrm>
        </p:spPr>
        <p:txBody>
          <a:bodyPr>
            <a:normAutofit fontScale="85000" lnSpcReduction="20000"/>
          </a:bodyPr>
          <a:lstStyle/>
          <a:p>
            <a:r>
              <a:rPr lang="en-US" dirty="0"/>
              <a:t>Re-centralization of Servers </a:t>
            </a:r>
            <a:r>
              <a:rPr lang="en-US" b="1" dirty="0">
                <a:solidFill>
                  <a:srgbClr val="F67132"/>
                </a:solidFill>
              </a:rPr>
              <a:t>▪</a:t>
            </a:r>
            <a:r>
              <a:rPr lang="en-US" dirty="0"/>
              <a:t> Based on Commodity HW </a:t>
            </a:r>
            <a:r>
              <a:rPr lang="en-US" b="1" dirty="0">
                <a:solidFill>
                  <a:srgbClr val="F67132"/>
                </a:solidFill>
              </a:rPr>
              <a:t>▪</a:t>
            </a:r>
            <a:r>
              <a:rPr lang="en-US" dirty="0"/>
              <a:t> Resources Shared by Client</a:t>
            </a:r>
          </a:p>
        </p:txBody>
      </p:sp>
    </p:spTree>
    <p:extLst>
      <p:ext uri="{BB962C8B-B14F-4D97-AF65-F5344CB8AC3E}">
        <p14:creationId xmlns:p14="http://schemas.microsoft.com/office/powerpoint/2010/main" val="306061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DEAA-E4D7-475C-B873-1FD3EF56C32F}"/>
              </a:ext>
            </a:extLst>
          </p:cNvPr>
          <p:cNvSpPr>
            <a:spLocks noGrp="1"/>
          </p:cNvSpPr>
          <p:nvPr>
            <p:ph type="title"/>
          </p:nvPr>
        </p:nvSpPr>
        <p:spPr/>
        <p:txBody>
          <a:bodyPr>
            <a:normAutofit fontScale="90000"/>
          </a:bodyPr>
          <a:lstStyle/>
          <a:p>
            <a:r>
              <a:rPr lang="en-US" dirty="0"/>
              <a:t>Service Models: </a:t>
            </a:r>
            <a:r>
              <a:rPr lang="en-US" dirty="0">
                <a:solidFill>
                  <a:srgbClr val="F67132"/>
                </a:solidFill>
              </a:rPr>
              <a:t>On-Premises</a:t>
            </a:r>
            <a:r>
              <a:rPr lang="en-US" dirty="0"/>
              <a:t> vs </a:t>
            </a:r>
            <a:r>
              <a:rPr lang="en-US" dirty="0">
                <a:solidFill>
                  <a:srgbClr val="F67132"/>
                </a:solidFill>
              </a:rPr>
              <a:t>Cloud-Hosted</a:t>
            </a:r>
            <a:endParaRPr lang="en-US" dirty="0"/>
          </a:p>
        </p:txBody>
      </p:sp>
      <p:grpSp>
        <p:nvGrpSpPr>
          <p:cNvPr id="6" name="Group 5">
            <a:extLst>
              <a:ext uri="{FF2B5EF4-FFF2-40B4-BE49-F238E27FC236}">
                <a16:creationId xmlns:a16="http://schemas.microsoft.com/office/drawing/2014/main" id="{624FB6DB-5681-4E0F-8638-E099B23AD5A3}"/>
              </a:ext>
            </a:extLst>
          </p:cNvPr>
          <p:cNvGrpSpPr/>
          <p:nvPr/>
        </p:nvGrpSpPr>
        <p:grpSpPr>
          <a:xfrm>
            <a:off x="533400" y="2127190"/>
            <a:ext cx="2362200" cy="3765610"/>
            <a:chOff x="457200" y="1713036"/>
            <a:chExt cx="1981200" cy="4300290"/>
          </a:xfrm>
          <a:solidFill>
            <a:srgbClr val="24323E"/>
          </a:solidFill>
        </p:grpSpPr>
        <p:sp>
          <p:nvSpPr>
            <p:cNvPr id="41" name="Freeform: Shape 40">
              <a:extLst>
                <a:ext uri="{FF2B5EF4-FFF2-40B4-BE49-F238E27FC236}">
                  <a16:creationId xmlns:a16="http://schemas.microsoft.com/office/drawing/2014/main" id="{E9E3CEB8-DE47-4BC2-808B-2D75885D6AB0}"/>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Applications</a:t>
              </a:r>
            </a:p>
          </p:txBody>
        </p:sp>
        <p:sp>
          <p:nvSpPr>
            <p:cNvPr id="42" name="Freeform: Shape 41">
              <a:extLst>
                <a:ext uri="{FF2B5EF4-FFF2-40B4-BE49-F238E27FC236}">
                  <a16:creationId xmlns:a16="http://schemas.microsoft.com/office/drawing/2014/main" id="{703FC3C2-3D7D-43B0-B610-7E5D081E7C9B}"/>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Data</a:t>
              </a:r>
            </a:p>
          </p:txBody>
        </p:sp>
        <p:sp>
          <p:nvSpPr>
            <p:cNvPr id="43" name="Freeform: Shape 42">
              <a:extLst>
                <a:ext uri="{FF2B5EF4-FFF2-40B4-BE49-F238E27FC236}">
                  <a16:creationId xmlns:a16="http://schemas.microsoft.com/office/drawing/2014/main" id="{F683BF76-6CF4-4405-B85B-110C6930F1BC}"/>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Runtime</a:t>
              </a:r>
            </a:p>
          </p:txBody>
        </p:sp>
        <p:sp>
          <p:nvSpPr>
            <p:cNvPr id="44" name="Freeform: Shape 43">
              <a:extLst>
                <a:ext uri="{FF2B5EF4-FFF2-40B4-BE49-F238E27FC236}">
                  <a16:creationId xmlns:a16="http://schemas.microsoft.com/office/drawing/2014/main" id="{CB8EB4D1-BE83-4490-8A56-53E956B4E5E7}"/>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Middleware</a:t>
              </a:r>
            </a:p>
          </p:txBody>
        </p:sp>
        <p:sp>
          <p:nvSpPr>
            <p:cNvPr id="45" name="Freeform: Shape 44">
              <a:extLst>
                <a:ext uri="{FF2B5EF4-FFF2-40B4-BE49-F238E27FC236}">
                  <a16:creationId xmlns:a16="http://schemas.microsoft.com/office/drawing/2014/main" id="{9FED43BB-968F-4B19-9385-CCEAC011C1BF}"/>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OS</a:t>
              </a:r>
            </a:p>
          </p:txBody>
        </p:sp>
        <p:sp>
          <p:nvSpPr>
            <p:cNvPr id="46" name="Freeform: Shape 45">
              <a:extLst>
                <a:ext uri="{FF2B5EF4-FFF2-40B4-BE49-F238E27FC236}">
                  <a16:creationId xmlns:a16="http://schemas.microsoft.com/office/drawing/2014/main" id="{449ECFA1-43ED-4507-A1A6-18CF92DA398A}"/>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Virtualization</a:t>
              </a:r>
            </a:p>
          </p:txBody>
        </p:sp>
        <p:sp>
          <p:nvSpPr>
            <p:cNvPr id="47" name="Freeform: Shape 46">
              <a:extLst>
                <a:ext uri="{FF2B5EF4-FFF2-40B4-BE49-F238E27FC236}">
                  <a16:creationId xmlns:a16="http://schemas.microsoft.com/office/drawing/2014/main" id="{B02C3167-3B33-4971-AABB-6C51CC3447C6}"/>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Servers</a:t>
              </a:r>
            </a:p>
          </p:txBody>
        </p:sp>
        <p:sp>
          <p:nvSpPr>
            <p:cNvPr id="48" name="Freeform: Shape 47">
              <a:extLst>
                <a:ext uri="{FF2B5EF4-FFF2-40B4-BE49-F238E27FC236}">
                  <a16:creationId xmlns:a16="http://schemas.microsoft.com/office/drawing/2014/main" id="{FB25BC27-9B1A-4F7E-A4B7-10FC302A8BD3}"/>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Storage</a:t>
              </a:r>
            </a:p>
          </p:txBody>
        </p:sp>
        <p:sp>
          <p:nvSpPr>
            <p:cNvPr id="49" name="Freeform: Shape 48">
              <a:extLst>
                <a:ext uri="{FF2B5EF4-FFF2-40B4-BE49-F238E27FC236}">
                  <a16:creationId xmlns:a16="http://schemas.microsoft.com/office/drawing/2014/main" id="{3FE72FA7-2399-4993-A3FD-C0552883D753}"/>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Networking</a:t>
              </a:r>
            </a:p>
          </p:txBody>
        </p:sp>
      </p:grpSp>
      <p:grpSp>
        <p:nvGrpSpPr>
          <p:cNvPr id="7" name="Group 6">
            <a:extLst>
              <a:ext uri="{FF2B5EF4-FFF2-40B4-BE49-F238E27FC236}">
                <a16:creationId xmlns:a16="http://schemas.microsoft.com/office/drawing/2014/main" id="{B2887E39-F7DE-4003-9283-6094D74413F9}"/>
              </a:ext>
            </a:extLst>
          </p:cNvPr>
          <p:cNvGrpSpPr/>
          <p:nvPr/>
        </p:nvGrpSpPr>
        <p:grpSpPr>
          <a:xfrm>
            <a:off x="3060700" y="2127190"/>
            <a:ext cx="2362200" cy="3765610"/>
            <a:chOff x="457200" y="1713036"/>
            <a:chExt cx="1981200" cy="4300290"/>
          </a:xfrm>
        </p:grpSpPr>
        <p:sp>
          <p:nvSpPr>
            <p:cNvPr id="32" name="Freeform: Shape 31">
              <a:extLst>
                <a:ext uri="{FF2B5EF4-FFF2-40B4-BE49-F238E27FC236}">
                  <a16:creationId xmlns:a16="http://schemas.microsoft.com/office/drawing/2014/main" id="{0E266759-E9AD-48D9-837C-4C544E1CEF0D}"/>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Applications</a:t>
              </a:r>
            </a:p>
          </p:txBody>
        </p:sp>
        <p:sp>
          <p:nvSpPr>
            <p:cNvPr id="33" name="Freeform: Shape 32">
              <a:extLst>
                <a:ext uri="{FF2B5EF4-FFF2-40B4-BE49-F238E27FC236}">
                  <a16:creationId xmlns:a16="http://schemas.microsoft.com/office/drawing/2014/main" id="{EE9E465F-E303-4FBD-877B-C099CAFA8C59}"/>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Data</a:t>
              </a:r>
            </a:p>
          </p:txBody>
        </p:sp>
        <p:sp>
          <p:nvSpPr>
            <p:cNvPr id="34" name="Freeform: Shape 33">
              <a:extLst>
                <a:ext uri="{FF2B5EF4-FFF2-40B4-BE49-F238E27FC236}">
                  <a16:creationId xmlns:a16="http://schemas.microsoft.com/office/drawing/2014/main" id="{8EE98560-694B-4151-9112-66F5AE6C8F5D}"/>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Runtime</a:t>
              </a:r>
            </a:p>
          </p:txBody>
        </p:sp>
        <p:sp>
          <p:nvSpPr>
            <p:cNvPr id="35" name="Freeform: Shape 34">
              <a:extLst>
                <a:ext uri="{FF2B5EF4-FFF2-40B4-BE49-F238E27FC236}">
                  <a16:creationId xmlns:a16="http://schemas.microsoft.com/office/drawing/2014/main" id="{A26A166E-262D-4B9F-BC34-8AECE0643CBA}"/>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Middleware</a:t>
              </a:r>
            </a:p>
          </p:txBody>
        </p:sp>
        <p:sp>
          <p:nvSpPr>
            <p:cNvPr id="36" name="Freeform: Shape 35">
              <a:extLst>
                <a:ext uri="{FF2B5EF4-FFF2-40B4-BE49-F238E27FC236}">
                  <a16:creationId xmlns:a16="http://schemas.microsoft.com/office/drawing/2014/main" id="{DA70777F-E4B7-48C0-A6AD-ED644BD22FCC}"/>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OS</a:t>
              </a:r>
            </a:p>
          </p:txBody>
        </p:sp>
        <p:sp>
          <p:nvSpPr>
            <p:cNvPr id="37" name="Freeform: Shape 36">
              <a:extLst>
                <a:ext uri="{FF2B5EF4-FFF2-40B4-BE49-F238E27FC236}">
                  <a16:creationId xmlns:a16="http://schemas.microsoft.com/office/drawing/2014/main" id="{B6D3A7EE-314F-4CB1-AF74-4C6BF3F3E29E}"/>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Virtualization</a:t>
              </a:r>
            </a:p>
          </p:txBody>
        </p:sp>
        <p:sp>
          <p:nvSpPr>
            <p:cNvPr id="38" name="Freeform: Shape 37">
              <a:extLst>
                <a:ext uri="{FF2B5EF4-FFF2-40B4-BE49-F238E27FC236}">
                  <a16:creationId xmlns:a16="http://schemas.microsoft.com/office/drawing/2014/main" id="{9AD0E6F1-575C-45B7-8E56-5923CB86D763}"/>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Servers</a:t>
              </a:r>
            </a:p>
          </p:txBody>
        </p:sp>
        <p:sp>
          <p:nvSpPr>
            <p:cNvPr id="39" name="Freeform: Shape 38">
              <a:extLst>
                <a:ext uri="{FF2B5EF4-FFF2-40B4-BE49-F238E27FC236}">
                  <a16:creationId xmlns:a16="http://schemas.microsoft.com/office/drawing/2014/main" id="{05CA0FF1-525D-449E-B5BB-724DA7E47E99}"/>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Storage</a:t>
              </a:r>
            </a:p>
          </p:txBody>
        </p:sp>
        <p:sp>
          <p:nvSpPr>
            <p:cNvPr id="40" name="Freeform: Shape 39">
              <a:extLst>
                <a:ext uri="{FF2B5EF4-FFF2-40B4-BE49-F238E27FC236}">
                  <a16:creationId xmlns:a16="http://schemas.microsoft.com/office/drawing/2014/main" id="{CEA33C4F-32F3-429F-B9D8-23533F781251}"/>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Networking</a:t>
              </a:r>
            </a:p>
          </p:txBody>
        </p:sp>
      </p:grpSp>
      <p:grpSp>
        <p:nvGrpSpPr>
          <p:cNvPr id="8" name="Group 7">
            <a:extLst>
              <a:ext uri="{FF2B5EF4-FFF2-40B4-BE49-F238E27FC236}">
                <a16:creationId xmlns:a16="http://schemas.microsoft.com/office/drawing/2014/main" id="{84C1FC1D-CDA7-4533-95D4-29C1F068E134}"/>
              </a:ext>
            </a:extLst>
          </p:cNvPr>
          <p:cNvGrpSpPr/>
          <p:nvPr/>
        </p:nvGrpSpPr>
        <p:grpSpPr>
          <a:xfrm>
            <a:off x="8115300" y="2127190"/>
            <a:ext cx="2362200" cy="3765610"/>
            <a:chOff x="457200" y="1713036"/>
            <a:chExt cx="1981200" cy="4300290"/>
          </a:xfrm>
          <a:solidFill>
            <a:srgbClr val="F67132"/>
          </a:solidFill>
        </p:grpSpPr>
        <p:sp>
          <p:nvSpPr>
            <p:cNvPr id="23" name="Freeform: Shape 22">
              <a:extLst>
                <a:ext uri="{FF2B5EF4-FFF2-40B4-BE49-F238E27FC236}">
                  <a16:creationId xmlns:a16="http://schemas.microsoft.com/office/drawing/2014/main" id="{294E9EA3-BD1A-4418-84A8-8366255F02A0}"/>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solidFill>
                    <a:srgbClr val="24323E"/>
                  </a:solidFill>
                </a:rPr>
                <a:t>Applications</a:t>
              </a:r>
            </a:p>
          </p:txBody>
        </p:sp>
        <p:sp>
          <p:nvSpPr>
            <p:cNvPr id="24" name="Freeform: Shape 23">
              <a:extLst>
                <a:ext uri="{FF2B5EF4-FFF2-40B4-BE49-F238E27FC236}">
                  <a16:creationId xmlns:a16="http://schemas.microsoft.com/office/drawing/2014/main" id="{ED3AC47D-BF96-4E30-BFBE-E445AA31F9D1}"/>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Data</a:t>
              </a:r>
            </a:p>
          </p:txBody>
        </p:sp>
        <p:sp>
          <p:nvSpPr>
            <p:cNvPr id="25" name="Freeform: Shape 24">
              <a:extLst>
                <a:ext uri="{FF2B5EF4-FFF2-40B4-BE49-F238E27FC236}">
                  <a16:creationId xmlns:a16="http://schemas.microsoft.com/office/drawing/2014/main" id="{EFF7AA0B-2E18-4042-BFC3-932ECA490ADE}"/>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Runtime</a:t>
              </a:r>
            </a:p>
          </p:txBody>
        </p:sp>
        <p:sp>
          <p:nvSpPr>
            <p:cNvPr id="26" name="Freeform: Shape 25">
              <a:extLst>
                <a:ext uri="{FF2B5EF4-FFF2-40B4-BE49-F238E27FC236}">
                  <a16:creationId xmlns:a16="http://schemas.microsoft.com/office/drawing/2014/main" id="{286086CB-B8C6-4641-BD6F-FED5FCF427ED}"/>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Middleware</a:t>
              </a:r>
            </a:p>
          </p:txBody>
        </p:sp>
        <p:sp>
          <p:nvSpPr>
            <p:cNvPr id="27" name="Freeform: Shape 26">
              <a:extLst>
                <a:ext uri="{FF2B5EF4-FFF2-40B4-BE49-F238E27FC236}">
                  <a16:creationId xmlns:a16="http://schemas.microsoft.com/office/drawing/2014/main" id="{C1C180D1-C19E-4206-A302-6C5134C9354B}"/>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OS</a:t>
              </a:r>
            </a:p>
          </p:txBody>
        </p:sp>
        <p:sp>
          <p:nvSpPr>
            <p:cNvPr id="28" name="Freeform: Shape 27">
              <a:extLst>
                <a:ext uri="{FF2B5EF4-FFF2-40B4-BE49-F238E27FC236}">
                  <a16:creationId xmlns:a16="http://schemas.microsoft.com/office/drawing/2014/main" id="{1D74F021-2E3E-43E8-B937-8C5CF2FEE019}"/>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Virtualization</a:t>
              </a:r>
            </a:p>
          </p:txBody>
        </p:sp>
        <p:sp>
          <p:nvSpPr>
            <p:cNvPr id="29" name="Freeform: Shape 28">
              <a:extLst>
                <a:ext uri="{FF2B5EF4-FFF2-40B4-BE49-F238E27FC236}">
                  <a16:creationId xmlns:a16="http://schemas.microsoft.com/office/drawing/2014/main" id="{DE0077FB-7FE0-4276-ABB8-C5B85B9C0245}"/>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Servers</a:t>
              </a:r>
            </a:p>
          </p:txBody>
        </p:sp>
        <p:sp>
          <p:nvSpPr>
            <p:cNvPr id="30" name="Freeform: Shape 29">
              <a:extLst>
                <a:ext uri="{FF2B5EF4-FFF2-40B4-BE49-F238E27FC236}">
                  <a16:creationId xmlns:a16="http://schemas.microsoft.com/office/drawing/2014/main" id="{D4AC5F44-5993-4C25-A584-B079E2D2115E}"/>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Storage</a:t>
              </a:r>
            </a:p>
          </p:txBody>
        </p:sp>
        <p:sp>
          <p:nvSpPr>
            <p:cNvPr id="31" name="Freeform: Shape 30">
              <a:extLst>
                <a:ext uri="{FF2B5EF4-FFF2-40B4-BE49-F238E27FC236}">
                  <a16:creationId xmlns:a16="http://schemas.microsoft.com/office/drawing/2014/main" id="{BF4E0BA2-CA0C-4609-B29B-072955F54443}"/>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Networking</a:t>
              </a:r>
            </a:p>
          </p:txBody>
        </p:sp>
      </p:grpSp>
      <p:grpSp>
        <p:nvGrpSpPr>
          <p:cNvPr id="9" name="Group 8">
            <a:extLst>
              <a:ext uri="{FF2B5EF4-FFF2-40B4-BE49-F238E27FC236}">
                <a16:creationId xmlns:a16="http://schemas.microsoft.com/office/drawing/2014/main" id="{3A7CCED7-AF82-45A3-8EB4-D30A7E1E5292}"/>
              </a:ext>
            </a:extLst>
          </p:cNvPr>
          <p:cNvGrpSpPr/>
          <p:nvPr/>
        </p:nvGrpSpPr>
        <p:grpSpPr>
          <a:xfrm>
            <a:off x="5588000" y="2127190"/>
            <a:ext cx="2362200" cy="3765610"/>
            <a:chOff x="457200" y="1713036"/>
            <a:chExt cx="1981200" cy="4300290"/>
          </a:xfrm>
        </p:grpSpPr>
        <p:sp>
          <p:nvSpPr>
            <p:cNvPr id="14" name="Freeform: Shape 13">
              <a:extLst>
                <a:ext uri="{FF2B5EF4-FFF2-40B4-BE49-F238E27FC236}">
                  <a16:creationId xmlns:a16="http://schemas.microsoft.com/office/drawing/2014/main" id="{EDCD4780-6A36-4A91-9031-4CE96661B3B4}"/>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Applications</a:t>
              </a:r>
            </a:p>
          </p:txBody>
        </p:sp>
        <p:sp>
          <p:nvSpPr>
            <p:cNvPr id="15" name="Freeform: Shape 14">
              <a:extLst>
                <a:ext uri="{FF2B5EF4-FFF2-40B4-BE49-F238E27FC236}">
                  <a16:creationId xmlns:a16="http://schemas.microsoft.com/office/drawing/2014/main" id="{57975276-88A2-4487-A8D2-F9531819626D}"/>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Data</a:t>
              </a:r>
            </a:p>
          </p:txBody>
        </p:sp>
        <p:sp>
          <p:nvSpPr>
            <p:cNvPr id="16" name="Freeform: Shape 15">
              <a:extLst>
                <a:ext uri="{FF2B5EF4-FFF2-40B4-BE49-F238E27FC236}">
                  <a16:creationId xmlns:a16="http://schemas.microsoft.com/office/drawing/2014/main" id="{AB641830-EB52-48F2-821D-A1E81DE07D0B}"/>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Runtime</a:t>
              </a:r>
            </a:p>
          </p:txBody>
        </p:sp>
        <p:sp>
          <p:nvSpPr>
            <p:cNvPr id="17" name="Freeform: Shape 16">
              <a:extLst>
                <a:ext uri="{FF2B5EF4-FFF2-40B4-BE49-F238E27FC236}">
                  <a16:creationId xmlns:a16="http://schemas.microsoft.com/office/drawing/2014/main" id="{6D196649-8F1B-4AE3-9DD0-09673E93D4AB}"/>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Middleware</a:t>
              </a:r>
            </a:p>
          </p:txBody>
        </p:sp>
        <p:sp>
          <p:nvSpPr>
            <p:cNvPr id="18" name="Freeform: Shape 17">
              <a:extLst>
                <a:ext uri="{FF2B5EF4-FFF2-40B4-BE49-F238E27FC236}">
                  <a16:creationId xmlns:a16="http://schemas.microsoft.com/office/drawing/2014/main" id="{ECDC5EA4-8AF6-476E-ADFE-E033A30ED95E}"/>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OS</a:t>
              </a:r>
            </a:p>
          </p:txBody>
        </p:sp>
        <p:sp>
          <p:nvSpPr>
            <p:cNvPr id="19" name="Freeform: Shape 18">
              <a:extLst>
                <a:ext uri="{FF2B5EF4-FFF2-40B4-BE49-F238E27FC236}">
                  <a16:creationId xmlns:a16="http://schemas.microsoft.com/office/drawing/2014/main" id="{932706FE-3159-466A-A1F6-51DB97C1C7C9}"/>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Virtualization</a:t>
              </a:r>
            </a:p>
          </p:txBody>
        </p:sp>
        <p:sp>
          <p:nvSpPr>
            <p:cNvPr id="20" name="Freeform: Shape 19">
              <a:extLst>
                <a:ext uri="{FF2B5EF4-FFF2-40B4-BE49-F238E27FC236}">
                  <a16:creationId xmlns:a16="http://schemas.microsoft.com/office/drawing/2014/main" id="{C319EEC0-AB8B-4995-BBC0-56F18845CA4F}"/>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Servers</a:t>
              </a:r>
            </a:p>
          </p:txBody>
        </p:sp>
        <p:sp>
          <p:nvSpPr>
            <p:cNvPr id="21" name="Freeform: Shape 20">
              <a:extLst>
                <a:ext uri="{FF2B5EF4-FFF2-40B4-BE49-F238E27FC236}">
                  <a16:creationId xmlns:a16="http://schemas.microsoft.com/office/drawing/2014/main" id="{43A35AE3-D2BF-4FDB-820A-1DCC2411C207}"/>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Storage</a:t>
              </a:r>
            </a:p>
          </p:txBody>
        </p:sp>
        <p:sp>
          <p:nvSpPr>
            <p:cNvPr id="22" name="Freeform: Shape 21">
              <a:extLst>
                <a:ext uri="{FF2B5EF4-FFF2-40B4-BE49-F238E27FC236}">
                  <a16:creationId xmlns:a16="http://schemas.microsoft.com/office/drawing/2014/main" id="{0223100A-4C42-4433-8A99-B22E62601D6A}"/>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Networking</a:t>
              </a:r>
            </a:p>
          </p:txBody>
        </p:sp>
      </p:grpSp>
      <p:sp>
        <p:nvSpPr>
          <p:cNvPr id="10" name="TextBox 9">
            <a:extLst>
              <a:ext uri="{FF2B5EF4-FFF2-40B4-BE49-F238E27FC236}">
                <a16:creationId xmlns:a16="http://schemas.microsoft.com/office/drawing/2014/main" id="{F5B531DA-01E2-4FDF-A375-FCDFA0082B80}"/>
              </a:ext>
            </a:extLst>
          </p:cNvPr>
          <p:cNvSpPr txBox="1"/>
          <p:nvPr/>
        </p:nvSpPr>
        <p:spPr>
          <a:xfrm>
            <a:off x="533400" y="1682690"/>
            <a:ext cx="2362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On Premises</a:t>
            </a:r>
          </a:p>
        </p:txBody>
      </p:sp>
      <p:sp>
        <p:nvSpPr>
          <p:cNvPr id="11" name="TextBox 10">
            <a:extLst>
              <a:ext uri="{FF2B5EF4-FFF2-40B4-BE49-F238E27FC236}">
                <a16:creationId xmlns:a16="http://schemas.microsoft.com/office/drawing/2014/main" id="{DBA6A458-3481-4F31-A8EB-830361D4C943}"/>
              </a:ext>
            </a:extLst>
          </p:cNvPr>
          <p:cNvSpPr txBox="1"/>
          <p:nvPr/>
        </p:nvSpPr>
        <p:spPr>
          <a:xfrm>
            <a:off x="3021580" y="1682690"/>
            <a:ext cx="247468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IaaS</a:t>
            </a:r>
          </a:p>
        </p:txBody>
      </p:sp>
      <p:sp>
        <p:nvSpPr>
          <p:cNvPr id="12" name="TextBox 11">
            <a:extLst>
              <a:ext uri="{FF2B5EF4-FFF2-40B4-BE49-F238E27FC236}">
                <a16:creationId xmlns:a16="http://schemas.microsoft.com/office/drawing/2014/main" id="{95ED7954-65CE-48BD-A004-0541B32A949E}"/>
              </a:ext>
            </a:extLst>
          </p:cNvPr>
          <p:cNvSpPr txBox="1"/>
          <p:nvPr/>
        </p:nvSpPr>
        <p:spPr>
          <a:xfrm>
            <a:off x="5588000" y="1682690"/>
            <a:ext cx="2362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PaaS</a:t>
            </a:r>
            <a:endParaRPr lang="en-US" sz="20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9217BE3-3DB0-4F25-BFC8-AD2BA61748B8}"/>
              </a:ext>
            </a:extLst>
          </p:cNvPr>
          <p:cNvSpPr txBox="1"/>
          <p:nvPr/>
        </p:nvSpPr>
        <p:spPr>
          <a:xfrm>
            <a:off x="8115300" y="1682690"/>
            <a:ext cx="2362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SaaS</a:t>
            </a:r>
          </a:p>
        </p:txBody>
      </p:sp>
      <p:sp>
        <p:nvSpPr>
          <p:cNvPr id="54" name="Arrow: Right 53">
            <a:extLst>
              <a:ext uri="{FF2B5EF4-FFF2-40B4-BE49-F238E27FC236}">
                <a16:creationId xmlns:a16="http://schemas.microsoft.com/office/drawing/2014/main" id="{3A617DE7-8807-481A-8363-2314B1962D31}"/>
              </a:ext>
            </a:extLst>
          </p:cNvPr>
          <p:cNvSpPr/>
          <p:nvPr/>
        </p:nvSpPr>
        <p:spPr>
          <a:xfrm>
            <a:off x="5588000" y="994840"/>
            <a:ext cx="4902496" cy="568264"/>
          </a:xfrm>
          <a:prstGeom prst="rightArrow">
            <a:avLst>
              <a:gd name="adj1" fmla="val 65978"/>
              <a:gd name="adj2" fmla="val 50000"/>
            </a:avLst>
          </a:prstGeom>
          <a:solidFill>
            <a:srgbClr val="F671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4323E"/>
                </a:solidFill>
                <a:latin typeface="Times New Roman" panose="02020603050405020304" pitchFamily="18" charset="0"/>
                <a:cs typeface="Times New Roman" panose="02020603050405020304" pitchFamily="18" charset="0"/>
              </a:rPr>
              <a:t>Managed by Service Provider</a:t>
            </a:r>
          </a:p>
        </p:txBody>
      </p:sp>
      <p:sp>
        <p:nvSpPr>
          <p:cNvPr id="55" name="Arrow: Left 54">
            <a:extLst>
              <a:ext uri="{FF2B5EF4-FFF2-40B4-BE49-F238E27FC236}">
                <a16:creationId xmlns:a16="http://schemas.microsoft.com/office/drawing/2014/main" id="{D55FC1ED-F519-4A1E-85B9-A2457C06C575}"/>
              </a:ext>
            </a:extLst>
          </p:cNvPr>
          <p:cNvSpPr/>
          <p:nvPr/>
        </p:nvSpPr>
        <p:spPr>
          <a:xfrm>
            <a:off x="533400" y="994840"/>
            <a:ext cx="4889500" cy="568264"/>
          </a:xfrm>
          <a:prstGeom prst="leftArrow">
            <a:avLst>
              <a:gd name="adj1" fmla="val 65978"/>
              <a:gd name="adj2" fmla="val 50000"/>
            </a:avLst>
          </a:prstGeom>
          <a:solidFill>
            <a:srgbClr val="24323E"/>
          </a:solidFill>
          <a:ln>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Managed by Owner</a:t>
            </a:r>
          </a:p>
        </p:txBody>
      </p:sp>
    </p:spTree>
    <p:extLst>
      <p:ext uri="{BB962C8B-B14F-4D97-AF65-F5344CB8AC3E}">
        <p14:creationId xmlns:p14="http://schemas.microsoft.com/office/powerpoint/2010/main" val="578599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DE4C-AF3B-43C6-A860-2D8BB83B3DE0}"/>
              </a:ext>
            </a:extLst>
          </p:cNvPr>
          <p:cNvSpPr>
            <a:spLocks noGrp="1"/>
          </p:cNvSpPr>
          <p:nvPr>
            <p:ph type="title"/>
          </p:nvPr>
        </p:nvSpPr>
        <p:spPr/>
        <p:txBody>
          <a:bodyPr>
            <a:normAutofit fontScale="90000"/>
          </a:bodyPr>
          <a:lstStyle/>
          <a:p>
            <a:r>
              <a:rPr lang="en-US" dirty="0"/>
              <a:t>Data Management… </a:t>
            </a:r>
            <a:r>
              <a:rPr lang="en-US" dirty="0">
                <a:solidFill>
                  <a:srgbClr val="F67132"/>
                </a:solidFill>
              </a:rPr>
              <a:t>In the Cloud</a:t>
            </a:r>
            <a:endParaRPr lang="en-US" dirty="0"/>
          </a:p>
        </p:txBody>
      </p:sp>
      <p:sp>
        <p:nvSpPr>
          <p:cNvPr id="3" name="Content Placeholder 2">
            <a:extLst>
              <a:ext uri="{FF2B5EF4-FFF2-40B4-BE49-F238E27FC236}">
                <a16:creationId xmlns:a16="http://schemas.microsoft.com/office/drawing/2014/main" id="{687AA92C-236A-4A3B-86D1-A435A14BACCB}"/>
              </a:ext>
            </a:extLst>
          </p:cNvPr>
          <p:cNvSpPr>
            <a:spLocks noGrp="1"/>
          </p:cNvSpPr>
          <p:nvPr>
            <p:ph idx="1"/>
          </p:nvPr>
        </p:nvSpPr>
        <p:spPr>
          <a:xfrm>
            <a:off x="432618" y="1551008"/>
            <a:ext cx="11171709" cy="4625955"/>
          </a:xfrm>
        </p:spPr>
        <p:txBody>
          <a:bodyPr>
            <a:normAutofit fontScale="92500" lnSpcReduction="10000"/>
          </a:bodyPr>
          <a:lstStyle/>
          <a:p>
            <a:r>
              <a:rPr lang="en-US" dirty="0"/>
              <a:t>File-based Storage: </a:t>
            </a:r>
            <a:r>
              <a:rPr lang="en-US" dirty="0">
                <a:solidFill>
                  <a:srgbClr val="F67132"/>
                </a:solidFill>
              </a:rPr>
              <a:t>Blobs, Queues, Tables, Data Lakes</a:t>
            </a:r>
          </a:p>
          <a:p>
            <a:r>
              <a:rPr lang="en-US" dirty="0"/>
              <a:t>Relational Database Management Systems:</a:t>
            </a:r>
          </a:p>
          <a:p>
            <a:pPr lvl="1"/>
            <a:r>
              <a:rPr lang="en-US" dirty="0"/>
              <a:t>Online Transaction Processing (OLTP) systems:</a:t>
            </a:r>
          </a:p>
          <a:p>
            <a:pPr lvl="2"/>
            <a:r>
              <a:rPr lang="en-US" b="1" dirty="0">
                <a:solidFill>
                  <a:srgbClr val="F67132"/>
                </a:solidFill>
              </a:rPr>
              <a:t>IaaS</a:t>
            </a:r>
            <a:r>
              <a:rPr lang="en-US" dirty="0">
                <a:solidFill>
                  <a:srgbClr val="F67132"/>
                </a:solidFill>
              </a:rPr>
              <a:t>:</a:t>
            </a:r>
            <a:r>
              <a:rPr lang="en-US" dirty="0"/>
              <a:t> Cloud-hosted VMs Running RDBMS Software &amp; Databases</a:t>
            </a:r>
          </a:p>
          <a:p>
            <a:pPr lvl="2"/>
            <a:r>
              <a:rPr lang="en-US" b="1" dirty="0">
                <a:solidFill>
                  <a:srgbClr val="F67132"/>
                </a:solidFill>
              </a:rPr>
              <a:t>PaaS:</a:t>
            </a:r>
            <a:r>
              <a:rPr lang="en-US" dirty="0"/>
              <a:t> Managed RDBMS Instance</a:t>
            </a:r>
          </a:p>
          <a:p>
            <a:pPr lvl="2"/>
            <a:r>
              <a:rPr lang="en-US" b="1" dirty="0">
                <a:solidFill>
                  <a:srgbClr val="F67132"/>
                </a:solidFill>
              </a:rPr>
              <a:t>SaaS:</a:t>
            </a:r>
            <a:r>
              <a:rPr lang="en-US" b="1" dirty="0"/>
              <a:t> (</a:t>
            </a:r>
            <a:r>
              <a:rPr lang="en-US" dirty="0"/>
              <a:t>Database as a Service) – Single Databases or Multi-Database Pools</a:t>
            </a:r>
          </a:p>
          <a:p>
            <a:pPr lvl="1"/>
            <a:r>
              <a:rPr lang="en-US" dirty="0"/>
              <a:t>Online Analytical Processing (OLAP) systems:</a:t>
            </a:r>
          </a:p>
          <a:p>
            <a:pPr lvl="2"/>
            <a:r>
              <a:rPr lang="en-US" dirty="0"/>
              <a:t>Massively Parallel Processing (MPP) Data Warehouse </a:t>
            </a:r>
          </a:p>
          <a:p>
            <a:r>
              <a:rPr lang="en-US" dirty="0"/>
              <a:t>NoSQL Database Management Systems:</a:t>
            </a:r>
          </a:p>
          <a:p>
            <a:pPr lvl="1"/>
            <a:r>
              <a:rPr lang="en-US" dirty="0"/>
              <a:t>Semi-Structured or Poly-Schematic data</a:t>
            </a:r>
          </a:p>
          <a:p>
            <a:pPr lvl="1"/>
            <a:r>
              <a:rPr lang="en-US" dirty="0"/>
              <a:t>Massively Parallel Processing</a:t>
            </a:r>
          </a:p>
          <a:p>
            <a:pPr lvl="2"/>
            <a:r>
              <a:rPr lang="en-US" dirty="0"/>
              <a:t>Data partitioned and replicated across many server machines (nodes)</a:t>
            </a:r>
          </a:p>
          <a:p>
            <a:pPr lvl="2"/>
            <a:r>
              <a:rPr lang="en-US" dirty="0"/>
              <a:t>Data typically stored in file-based format (e.g., JavaScript Object Notation (JSON)</a:t>
            </a:r>
          </a:p>
          <a:p>
            <a:endParaRPr lang="en-US" dirty="0"/>
          </a:p>
        </p:txBody>
      </p:sp>
      <p:sp>
        <p:nvSpPr>
          <p:cNvPr id="4" name="Text Placeholder 3">
            <a:extLst>
              <a:ext uri="{FF2B5EF4-FFF2-40B4-BE49-F238E27FC236}">
                <a16:creationId xmlns:a16="http://schemas.microsoft.com/office/drawing/2014/main" id="{95EC53DD-6CE0-4EA4-AA79-23B0784CCCEC}"/>
              </a:ext>
            </a:extLst>
          </p:cNvPr>
          <p:cNvSpPr>
            <a:spLocks noGrp="1"/>
          </p:cNvSpPr>
          <p:nvPr>
            <p:ph type="body" sz="quarter" idx="13"/>
          </p:nvPr>
        </p:nvSpPr>
        <p:spPr>
          <a:xfrm>
            <a:off x="426424" y="939739"/>
            <a:ext cx="11177904" cy="369332"/>
          </a:xfrm>
        </p:spPr>
        <p:txBody>
          <a:bodyPr>
            <a:normAutofit fontScale="85000" lnSpcReduction="20000"/>
          </a:bodyPr>
          <a:lstStyle/>
          <a:p>
            <a:r>
              <a:rPr lang="en-US" dirty="0"/>
              <a:t>Economies of Scale Afforded by the Cloud Have Enabled Massive Storage &amp; Compute</a:t>
            </a:r>
          </a:p>
        </p:txBody>
      </p:sp>
    </p:spTree>
    <p:extLst>
      <p:ext uri="{BB962C8B-B14F-4D97-AF65-F5344CB8AC3E}">
        <p14:creationId xmlns:p14="http://schemas.microsoft.com/office/powerpoint/2010/main" val="2236202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5B8F-1B82-4676-8A04-7DC1B1F2D8CB}"/>
              </a:ext>
            </a:extLst>
          </p:cNvPr>
          <p:cNvSpPr>
            <a:spLocks noGrp="1"/>
          </p:cNvSpPr>
          <p:nvPr>
            <p:ph type="ctrTitle"/>
          </p:nvPr>
        </p:nvSpPr>
        <p:spPr/>
        <p:txBody>
          <a:bodyPr/>
          <a:lstStyle/>
          <a:p>
            <a:r>
              <a:rPr lang="en-US" dirty="0"/>
              <a:t>Onward to Data Science</a:t>
            </a:r>
          </a:p>
        </p:txBody>
      </p:sp>
      <p:sp>
        <p:nvSpPr>
          <p:cNvPr id="3" name="Subtitle 2">
            <a:extLst>
              <a:ext uri="{FF2B5EF4-FFF2-40B4-BE49-F238E27FC236}">
                <a16:creationId xmlns:a16="http://schemas.microsoft.com/office/drawing/2014/main" id="{C8AA2B34-D697-4EC5-B85D-23017F6154BC}"/>
              </a:ext>
            </a:extLst>
          </p:cNvPr>
          <p:cNvSpPr>
            <a:spLocks noGrp="1"/>
          </p:cNvSpPr>
          <p:nvPr>
            <p:ph type="subTitle" idx="1"/>
          </p:nvPr>
        </p:nvSpPr>
        <p:spPr/>
        <p:txBody>
          <a:bodyPr/>
          <a:lstStyle/>
          <a:p>
            <a:r>
              <a:rPr lang="en-US" dirty="0"/>
              <a:t>A Brief Overview of How Data Systems are Involved</a:t>
            </a:r>
          </a:p>
        </p:txBody>
      </p:sp>
    </p:spTree>
    <p:extLst>
      <p:ext uri="{BB962C8B-B14F-4D97-AF65-F5344CB8AC3E}">
        <p14:creationId xmlns:p14="http://schemas.microsoft.com/office/powerpoint/2010/main" val="2037162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DB80-A91E-4424-AA2A-341C4CA0E74E}"/>
              </a:ext>
            </a:extLst>
          </p:cNvPr>
          <p:cNvSpPr>
            <a:spLocks noGrp="1"/>
          </p:cNvSpPr>
          <p:nvPr>
            <p:ph type="title"/>
          </p:nvPr>
        </p:nvSpPr>
        <p:spPr/>
        <p:txBody>
          <a:bodyPr>
            <a:normAutofit fontScale="90000"/>
          </a:bodyPr>
          <a:lstStyle/>
          <a:p>
            <a:r>
              <a:rPr lang="en-US" dirty="0"/>
              <a:t>The Data Science: </a:t>
            </a:r>
            <a:r>
              <a:rPr lang="en-US" dirty="0">
                <a:solidFill>
                  <a:srgbClr val="F67132"/>
                </a:solidFill>
              </a:rPr>
              <a:t>Hierarchy of Needs</a:t>
            </a:r>
          </a:p>
        </p:txBody>
      </p:sp>
      <p:graphicFrame>
        <p:nvGraphicFramePr>
          <p:cNvPr id="5" name="Content Placeholder 4">
            <a:extLst>
              <a:ext uri="{FF2B5EF4-FFF2-40B4-BE49-F238E27FC236}">
                <a16:creationId xmlns:a16="http://schemas.microsoft.com/office/drawing/2014/main" id="{9D10182F-0690-4D7C-B55C-BAAD9AEE28EA}"/>
              </a:ext>
            </a:extLst>
          </p:cNvPr>
          <p:cNvGraphicFramePr>
            <a:graphicFrameLocks noGrp="1"/>
          </p:cNvGraphicFramePr>
          <p:nvPr>
            <p:ph idx="1"/>
            <p:extLst>
              <p:ext uri="{D42A27DB-BD31-4B8C-83A1-F6EECF244321}">
                <p14:modId xmlns:p14="http://schemas.microsoft.com/office/powerpoint/2010/main" val="4116147746"/>
              </p:ext>
            </p:extLst>
          </p:nvPr>
        </p:nvGraphicFramePr>
        <p:xfrm>
          <a:off x="3336165" y="1177380"/>
          <a:ext cx="6171643" cy="4625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1" name="Group 20">
            <a:extLst>
              <a:ext uri="{FF2B5EF4-FFF2-40B4-BE49-F238E27FC236}">
                <a16:creationId xmlns:a16="http://schemas.microsoft.com/office/drawing/2014/main" id="{687FC174-394A-4450-BF41-035B3D6BE082}"/>
              </a:ext>
            </a:extLst>
          </p:cNvPr>
          <p:cNvGrpSpPr/>
          <p:nvPr/>
        </p:nvGrpSpPr>
        <p:grpSpPr>
          <a:xfrm>
            <a:off x="914400" y="1130712"/>
            <a:ext cx="4640821" cy="4635671"/>
            <a:chOff x="914400" y="1130712"/>
            <a:chExt cx="4640821" cy="4635671"/>
          </a:xfrm>
        </p:grpSpPr>
        <p:sp>
          <p:nvSpPr>
            <p:cNvPr id="15" name="Arrow: Pentagon 14">
              <a:extLst>
                <a:ext uri="{FF2B5EF4-FFF2-40B4-BE49-F238E27FC236}">
                  <a16:creationId xmlns:a16="http://schemas.microsoft.com/office/drawing/2014/main" id="{DA7FE6DF-3020-4F58-ADEA-197339DFEB9D}"/>
                </a:ext>
              </a:extLst>
            </p:cNvPr>
            <p:cNvSpPr/>
            <p:nvPr/>
          </p:nvSpPr>
          <p:spPr>
            <a:xfrm>
              <a:off x="914400" y="3270377"/>
              <a:ext cx="3510116" cy="678426"/>
            </a:xfrm>
            <a:prstGeom prst="homePlate">
              <a:avLst>
                <a:gd name="adj" fmla="val 5579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Pentagon 10">
              <a:extLst>
                <a:ext uri="{FF2B5EF4-FFF2-40B4-BE49-F238E27FC236}">
                  <a16:creationId xmlns:a16="http://schemas.microsoft.com/office/drawing/2014/main" id="{6317283A-7F4D-400D-B1C3-FB1F40FB7EC7}"/>
                </a:ext>
              </a:extLst>
            </p:cNvPr>
            <p:cNvSpPr/>
            <p:nvPr/>
          </p:nvSpPr>
          <p:spPr>
            <a:xfrm>
              <a:off x="914400" y="1415845"/>
              <a:ext cx="4640821" cy="678426"/>
            </a:xfrm>
            <a:prstGeom prst="homePlate">
              <a:avLst>
                <a:gd name="adj" fmla="val 5579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Pentagon 12">
              <a:extLst>
                <a:ext uri="{FF2B5EF4-FFF2-40B4-BE49-F238E27FC236}">
                  <a16:creationId xmlns:a16="http://schemas.microsoft.com/office/drawing/2014/main" id="{4240349A-153F-4EF8-8275-908271622E4A}"/>
                </a:ext>
              </a:extLst>
            </p:cNvPr>
            <p:cNvSpPr/>
            <p:nvPr/>
          </p:nvSpPr>
          <p:spPr>
            <a:xfrm>
              <a:off x="914400" y="2332736"/>
              <a:ext cx="4036142" cy="678426"/>
            </a:xfrm>
            <a:prstGeom prst="homePlate">
              <a:avLst>
                <a:gd name="adj" fmla="val 5579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Pentagon 16">
              <a:extLst>
                <a:ext uri="{FF2B5EF4-FFF2-40B4-BE49-F238E27FC236}">
                  <a16:creationId xmlns:a16="http://schemas.microsoft.com/office/drawing/2014/main" id="{A05EBBCC-B4EB-4535-BB9E-99765CE8E6BC}"/>
                </a:ext>
              </a:extLst>
            </p:cNvPr>
            <p:cNvSpPr/>
            <p:nvPr/>
          </p:nvSpPr>
          <p:spPr>
            <a:xfrm>
              <a:off x="914400" y="4160197"/>
              <a:ext cx="2925100" cy="678426"/>
            </a:xfrm>
            <a:prstGeom prst="homePlate">
              <a:avLst>
                <a:gd name="adj" fmla="val 5579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Pentagon 18">
              <a:extLst>
                <a:ext uri="{FF2B5EF4-FFF2-40B4-BE49-F238E27FC236}">
                  <a16:creationId xmlns:a16="http://schemas.microsoft.com/office/drawing/2014/main" id="{CC1760D9-14C1-43A7-B388-240F4A92B9D2}"/>
                </a:ext>
              </a:extLst>
            </p:cNvPr>
            <p:cNvSpPr/>
            <p:nvPr/>
          </p:nvSpPr>
          <p:spPr>
            <a:xfrm>
              <a:off x="914400" y="5087957"/>
              <a:ext cx="2315484" cy="678426"/>
            </a:xfrm>
            <a:prstGeom prst="homePlate">
              <a:avLst>
                <a:gd name="adj" fmla="val 5579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C0B8B23-B53E-4ADC-8548-4B9B368F3A73}"/>
                </a:ext>
              </a:extLst>
            </p:cNvPr>
            <p:cNvSpPr txBox="1"/>
            <p:nvPr/>
          </p:nvSpPr>
          <p:spPr>
            <a:xfrm>
              <a:off x="993056" y="1130712"/>
              <a:ext cx="3470787" cy="4559390"/>
            </a:xfrm>
            <a:prstGeom prst="rect">
              <a:avLst/>
            </a:prstGeom>
            <a:noFill/>
          </p:spPr>
          <p:txBody>
            <a:bodyPr wrap="square" rtlCol="0">
              <a:spAutoFit/>
            </a:bodyPr>
            <a:lstStyle/>
            <a:p>
              <a:pPr>
                <a:lnSpc>
                  <a:spcPct val="250000"/>
                </a:lnSpc>
              </a:pPr>
              <a:r>
                <a:rPr lang="en-US" sz="2400" b="1" dirty="0">
                  <a:solidFill>
                    <a:srgbClr val="24323E"/>
                  </a:solidFill>
                </a:rPr>
                <a:t>LEARN / OPTIMIZE</a:t>
              </a:r>
            </a:p>
            <a:p>
              <a:pPr>
                <a:lnSpc>
                  <a:spcPct val="250000"/>
                </a:lnSpc>
              </a:pPr>
              <a:r>
                <a:rPr lang="en-US" sz="2400" b="1" dirty="0">
                  <a:solidFill>
                    <a:srgbClr val="24323E"/>
                  </a:solidFill>
                </a:rPr>
                <a:t>AGGREGATE / LABEL</a:t>
              </a:r>
            </a:p>
            <a:p>
              <a:pPr>
                <a:lnSpc>
                  <a:spcPct val="250000"/>
                </a:lnSpc>
              </a:pPr>
              <a:r>
                <a:rPr lang="en-US" sz="2400" b="1" dirty="0">
                  <a:solidFill>
                    <a:srgbClr val="24323E"/>
                  </a:solidFill>
                </a:rPr>
                <a:t>EXPLORE / TRANSFORM</a:t>
              </a:r>
            </a:p>
            <a:p>
              <a:pPr>
                <a:lnSpc>
                  <a:spcPct val="250000"/>
                </a:lnSpc>
              </a:pPr>
              <a:r>
                <a:rPr lang="en-US" sz="2400" b="1" dirty="0">
                  <a:solidFill>
                    <a:srgbClr val="24323E"/>
                  </a:solidFill>
                </a:rPr>
                <a:t>MOVE / STORE</a:t>
              </a:r>
            </a:p>
            <a:p>
              <a:pPr>
                <a:lnSpc>
                  <a:spcPct val="250000"/>
                </a:lnSpc>
              </a:pPr>
              <a:r>
                <a:rPr lang="en-US" sz="2400" b="1" dirty="0">
                  <a:solidFill>
                    <a:srgbClr val="24323E"/>
                  </a:solidFill>
                </a:rPr>
                <a:t>COLLECT</a:t>
              </a:r>
            </a:p>
          </p:txBody>
        </p:sp>
      </p:grpSp>
      <p:sp>
        <p:nvSpPr>
          <p:cNvPr id="20" name="Rectangle 19">
            <a:extLst>
              <a:ext uri="{FF2B5EF4-FFF2-40B4-BE49-F238E27FC236}">
                <a16:creationId xmlns:a16="http://schemas.microsoft.com/office/drawing/2014/main" id="{694E844B-1853-48D5-B0D8-BC940C15CF12}"/>
              </a:ext>
            </a:extLst>
          </p:cNvPr>
          <p:cNvSpPr/>
          <p:nvPr/>
        </p:nvSpPr>
        <p:spPr>
          <a:xfrm>
            <a:off x="599769" y="1022555"/>
            <a:ext cx="9242322" cy="4994787"/>
          </a:xfrm>
          <a:prstGeom prst="rect">
            <a:avLst/>
          </a:prstGeom>
          <a:no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6382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2554-1C5D-4E35-AB5C-64DC999DA35D}"/>
              </a:ext>
            </a:extLst>
          </p:cNvPr>
          <p:cNvSpPr>
            <a:spLocks noGrp="1"/>
          </p:cNvSpPr>
          <p:nvPr>
            <p:ph type="title"/>
          </p:nvPr>
        </p:nvSpPr>
        <p:spPr/>
        <p:txBody>
          <a:bodyPr>
            <a:normAutofit fontScale="90000"/>
          </a:bodyPr>
          <a:lstStyle/>
          <a:p>
            <a:r>
              <a:rPr lang="en-US" dirty="0"/>
              <a:t>Data Engineering… </a:t>
            </a:r>
            <a:r>
              <a:rPr lang="en-US" dirty="0">
                <a:solidFill>
                  <a:srgbClr val="F67132"/>
                </a:solidFill>
              </a:rPr>
              <a:t>for Data Science</a:t>
            </a:r>
          </a:p>
        </p:txBody>
      </p:sp>
      <p:graphicFrame>
        <p:nvGraphicFramePr>
          <p:cNvPr id="5" name="Content Placeholder 4">
            <a:extLst>
              <a:ext uri="{FF2B5EF4-FFF2-40B4-BE49-F238E27FC236}">
                <a16:creationId xmlns:a16="http://schemas.microsoft.com/office/drawing/2014/main" id="{C8ED94B9-49CF-4EC6-948D-DF74C682E02B}"/>
              </a:ext>
            </a:extLst>
          </p:cNvPr>
          <p:cNvGraphicFramePr>
            <a:graphicFrameLocks noGrp="1"/>
          </p:cNvGraphicFramePr>
          <p:nvPr>
            <p:ph idx="1"/>
            <p:extLst>
              <p:ext uri="{D42A27DB-BD31-4B8C-83A1-F6EECF244321}">
                <p14:modId xmlns:p14="http://schemas.microsoft.com/office/powerpoint/2010/main" val="1375339379"/>
              </p:ext>
            </p:extLst>
          </p:nvPr>
        </p:nvGraphicFramePr>
        <p:xfrm>
          <a:off x="425801" y="1551008"/>
          <a:ext cx="11186095" cy="42205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3AF3DB66-5FFA-45A2-BA61-AB1223340763}"/>
              </a:ext>
            </a:extLst>
          </p:cNvPr>
          <p:cNvSpPr>
            <a:spLocks noGrp="1"/>
          </p:cNvSpPr>
          <p:nvPr>
            <p:ph type="body" sz="quarter" idx="13"/>
          </p:nvPr>
        </p:nvSpPr>
        <p:spPr/>
        <p:txBody>
          <a:bodyPr>
            <a:normAutofit fontScale="85000" lnSpcReduction="20000"/>
          </a:bodyPr>
          <a:lstStyle/>
          <a:p>
            <a:r>
              <a:rPr lang="en-US" dirty="0"/>
              <a:t>Frequently, Data Must Be Moved from Sources to a Database and/or Data Lake</a:t>
            </a:r>
          </a:p>
        </p:txBody>
      </p:sp>
      <p:pic>
        <p:nvPicPr>
          <p:cNvPr id="6" name="etl-extract-icon-300x300.png">
            <a:extLst>
              <a:ext uri="{FF2B5EF4-FFF2-40B4-BE49-F238E27FC236}">
                <a16:creationId xmlns:a16="http://schemas.microsoft.com/office/drawing/2014/main" id="{1693E744-3BA9-40CE-B5AE-2A51D1298BDC}"/>
              </a:ext>
            </a:extLst>
          </p:cNvPr>
          <p:cNvPicPr>
            <a:picLocks noChangeAspect="1"/>
          </p:cNvPicPr>
          <p:nvPr/>
        </p:nvPicPr>
        <p:blipFill>
          <a:blip r:embed="rId7"/>
          <a:stretch>
            <a:fillRect/>
          </a:stretch>
        </p:blipFill>
        <p:spPr>
          <a:xfrm>
            <a:off x="895203" y="1689158"/>
            <a:ext cx="1080612" cy="108061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7" name="etl-transform-icon-300x300.png">
            <a:extLst>
              <a:ext uri="{FF2B5EF4-FFF2-40B4-BE49-F238E27FC236}">
                <a16:creationId xmlns:a16="http://schemas.microsoft.com/office/drawing/2014/main" id="{77EF1378-FAC9-4055-85F6-1D0BB2C7A2EE}"/>
              </a:ext>
            </a:extLst>
          </p:cNvPr>
          <p:cNvPicPr>
            <a:picLocks noChangeAspect="1"/>
          </p:cNvPicPr>
          <p:nvPr/>
        </p:nvPicPr>
        <p:blipFill>
          <a:blip r:embed="rId8"/>
          <a:stretch>
            <a:fillRect/>
          </a:stretch>
        </p:blipFill>
        <p:spPr>
          <a:xfrm>
            <a:off x="895203" y="3120965"/>
            <a:ext cx="1080612" cy="108061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8" name="etl-load-icon-300x300.png">
            <a:extLst>
              <a:ext uri="{FF2B5EF4-FFF2-40B4-BE49-F238E27FC236}">
                <a16:creationId xmlns:a16="http://schemas.microsoft.com/office/drawing/2014/main" id="{542E024A-3AD7-4255-82F6-B7BC9DEC84C4}"/>
              </a:ext>
            </a:extLst>
          </p:cNvPr>
          <p:cNvPicPr>
            <a:picLocks noChangeAspect="1"/>
          </p:cNvPicPr>
          <p:nvPr/>
        </p:nvPicPr>
        <p:blipFill>
          <a:blip r:embed="rId9"/>
          <a:stretch>
            <a:fillRect/>
          </a:stretch>
        </p:blipFill>
        <p:spPr>
          <a:xfrm>
            <a:off x="895203" y="4552772"/>
            <a:ext cx="1080612" cy="108061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28940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7403</TotalTime>
  <Words>1768</Words>
  <Application>Microsoft Macintosh PowerPoint</Application>
  <PresentationFormat>Widescreen</PresentationFormat>
  <Paragraphs>223</Paragraphs>
  <Slides>21</Slides>
  <Notes>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Office Theme</vt:lpstr>
      <vt:lpstr>The 5 Before</vt:lpstr>
      <vt:lpstr>DS-2002: Data Science Systems</vt:lpstr>
      <vt:lpstr>PowerPoint Presentation</vt:lpstr>
      <vt:lpstr>Who am I and why do you care?</vt:lpstr>
      <vt:lpstr>Class Mechanics: Course Content</vt:lpstr>
      <vt:lpstr>Class Mechanics: Grading</vt:lpstr>
      <vt:lpstr>Class Mechanics: Things You Need to Know</vt:lpstr>
      <vt:lpstr>Learning Objectives</vt:lpstr>
      <vt:lpstr>PowerPoint Presentation</vt:lpstr>
      <vt:lpstr>In the Beginning…  There Was Mainframe</vt:lpstr>
      <vt:lpstr>Then Came…  Client/Server Networks</vt:lpstr>
      <vt:lpstr>Which Gave Us… SMP Servers</vt:lpstr>
      <vt:lpstr>Which Gave Us… SMP Servers</vt:lpstr>
      <vt:lpstr>But Then… An Explosion of Data – “BIG Data”</vt:lpstr>
      <vt:lpstr>But… How Can We Manage All That Data: Scalability</vt:lpstr>
      <vt:lpstr>And Today… Cloud-hosted Databases &amp; Services</vt:lpstr>
      <vt:lpstr>Service Models: On-Premises vs Cloud-Hosted</vt:lpstr>
      <vt:lpstr>Data Management… In the Cloud</vt:lpstr>
      <vt:lpstr>Onward to Data Science</vt:lpstr>
      <vt:lpstr>The Data Science: Hierarchy of Needs</vt:lpstr>
      <vt:lpstr>Data Engineering… for Data Science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DS-3002 Data Systems</dc:title>
  <dc:creator>Jon Tupitza</dc:creator>
  <cp:lastModifiedBy>Jason Williamson</cp:lastModifiedBy>
  <cp:revision>239</cp:revision>
  <dcterms:created xsi:type="dcterms:W3CDTF">2022-01-15T18:00:49Z</dcterms:created>
  <dcterms:modified xsi:type="dcterms:W3CDTF">2026-08-26T03:14:14Z</dcterms:modified>
</cp:coreProperties>
</file>